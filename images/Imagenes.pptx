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E6BBE3-C79E-6D77-B1C3-5BCF5F89CD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0807A54-D58D-2393-FEC8-549C59292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A27856-97DA-0FAA-D580-1C8E3AB4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8E7383-208B-8F81-566F-D01A1AA9A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352F17B-0906-4FD2-8780-C71AA64EE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039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9AC5BF-41B2-AE22-9C97-259D7143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1D001FB-FF19-C621-5CE0-018B26B6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2B91247-CF05-2908-A7CB-E1FDA5D51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320C19C-22BF-5FC7-7259-4CCB6995A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DAD0F7-378D-21C0-67AA-2BDFA50A7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1545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9CB0C6-4A4E-A534-21C5-98211FC56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2A72907-056B-C6F1-4186-A32F5A26A8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6D22044-4438-F743-6A4A-7026D0D18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429927-4F55-C736-8B51-060FE1B6F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CFEB32-1AC8-E7C1-7790-AFB1210C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4522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72AEB5-507A-4321-4B96-4CC99882B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60C20D-BEC1-1A3D-40FC-30F8F65DC3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ECF3CA8-C0BF-9802-7814-1A66C2CBD1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2BCDB96-5CBA-6EB5-EB55-FFE8ABA82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65AEEE-B872-C19B-E107-EC4552A07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3437706-B31A-29E9-223E-6FDC0EF17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1233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DAAFE9-D7A0-02FE-5349-FA1AB55D1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FFC1C2-D96C-8C84-2CE4-762A984A91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4E566F-C656-99C8-D135-BC27131FF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AF86FF4-4FC3-A12A-5407-87D3BDA819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1C6C0BA-EB4D-03D8-A3E0-7ED605D2AE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73299A6-A870-3D99-0AC4-CA9904AE5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80E6F63-A6BE-659A-AE57-FD69A986D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63440E7-B3F8-A6A6-5166-0507936BE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1315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014B1C-839B-1C3B-38F7-D2EB51050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9A3551C-9FAD-99DB-C042-8DFC88D58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7FE1F30-8BDB-796C-E01E-A17A5F14B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FA78A83-9133-D467-CC88-B54AC407C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7869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BF08A71-3433-39D7-B1BC-84BCED1A9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3FB922E-B785-E9F2-6C60-00C459499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9B3688-391B-AFB8-425B-A6EBD9E26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12707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925F2B-6ED6-8309-A41C-3C02AF237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3B2464-271B-AD2D-A7AF-4299396B4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10E8054-DDC2-CE23-4358-CDFE20C37A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554B5C3-583A-3DD9-45FA-F030C9A47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0B738FE-FE7C-0E22-7EE2-19DBCFD61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ECAC656-BFC0-AD54-8423-18976B16D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20901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01F9A-6739-E1E6-4D1D-068FEA12F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7CDDB43-0D86-5B75-51CD-57379B807B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7AE895-6779-C2F3-0228-D7F7A3ABC2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1F2EFCB-8103-DDC0-E930-11077FD5C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D31CBB7-D2C6-17C1-2FAC-A3AF68A46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9B28D3F-6E95-FD9C-8646-228E4924A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497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7AE0A7-1A8D-FAB5-24B3-D5E31431B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C743C86-9309-AF42-AECF-F16F1642F2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87FE9C7-FD11-E5A0-021E-17E6640C0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46CDAF-F859-8340-54DE-22A9524C4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23AD5B4-C593-DE44-F829-B017BFFB9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6562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AFD5600-F91E-BDC3-D95A-BDAA51A079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6FA8541-5EC2-4FA2-1A3C-CFEAE17C26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934772-0C65-02DE-F8FF-517319566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B83393-84F1-DDE7-63F9-05DA10D1F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F09837-4F99-38CD-6ECA-B8E97605C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4334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D3228AE-DC55-59C0-FE59-C83370810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859045E-B9E0-5E1D-92AE-17A1684F5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67B32C-F336-2C90-3706-DFB2C1365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9DB88A-C987-4AC3-8C06-29AFE2914EB7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A063FE-FC12-5504-B071-F29C65D5A7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BAABC4-7E8A-D199-56CD-56668B90C9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6652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20314B54-B2D4-22CE-D29D-1F86948215A3}"/>
              </a:ext>
            </a:extLst>
          </p:cNvPr>
          <p:cNvSpPr/>
          <p:nvPr/>
        </p:nvSpPr>
        <p:spPr>
          <a:xfrm>
            <a:off x="3234905" y="1323975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Cliente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6C76305-89D5-A563-3D49-3566983D9348}"/>
              </a:ext>
            </a:extLst>
          </p:cNvPr>
          <p:cNvSpPr/>
          <p:nvPr/>
        </p:nvSpPr>
        <p:spPr>
          <a:xfrm>
            <a:off x="5358441" y="1323975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Proxy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E234E95-F43F-F481-D8F4-7F2A49EDAF5C}"/>
              </a:ext>
            </a:extLst>
          </p:cNvPr>
          <p:cNvSpPr/>
          <p:nvPr/>
        </p:nvSpPr>
        <p:spPr>
          <a:xfrm>
            <a:off x="7481977" y="1323975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Servidor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370A59C-3C79-B7A3-7630-38445DA94786}"/>
              </a:ext>
            </a:extLst>
          </p:cNvPr>
          <p:cNvSpPr/>
          <p:nvPr/>
        </p:nvSpPr>
        <p:spPr>
          <a:xfrm>
            <a:off x="2078221" y="3379398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Cliente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4573025-EB0B-79C7-3701-E9A7223132A1}"/>
              </a:ext>
            </a:extLst>
          </p:cNvPr>
          <p:cNvSpPr/>
          <p:nvPr/>
        </p:nvSpPr>
        <p:spPr>
          <a:xfrm>
            <a:off x="4185967" y="3383711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Forward Proxy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8A764AB-784B-FC04-7960-85218CBAA859}"/>
              </a:ext>
            </a:extLst>
          </p:cNvPr>
          <p:cNvSpPr/>
          <p:nvPr/>
        </p:nvSpPr>
        <p:spPr>
          <a:xfrm>
            <a:off x="8653063" y="3379398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Servidor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547F811-E69A-9564-E1A3-1D572A8CD88E}"/>
              </a:ext>
            </a:extLst>
          </p:cNvPr>
          <p:cNvSpPr/>
          <p:nvPr/>
        </p:nvSpPr>
        <p:spPr>
          <a:xfrm>
            <a:off x="2078221" y="5442549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Cliente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ECEE779-056D-915D-1C16-895026F843EB}"/>
              </a:ext>
            </a:extLst>
          </p:cNvPr>
          <p:cNvSpPr/>
          <p:nvPr/>
        </p:nvSpPr>
        <p:spPr>
          <a:xfrm>
            <a:off x="6529591" y="5442549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Reverse proxy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2C3CD5A-257B-FAC1-BB5D-B7EF5C1C3D91}"/>
              </a:ext>
            </a:extLst>
          </p:cNvPr>
          <p:cNvSpPr/>
          <p:nvPr/>
        </p:nvSpPr>
        <p:spPr>
          <a:xfrm>
            <a:off x="8653063" y="5442549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Servidor</a:t>
            </a:r>
          </a:p>
        </p:txBody>
      </p:sp>
      <p:sp>
        <p:nvSpPr>
          <p:cNvPr id="13" name="Nube 12">
            <a:extLst>
              <a:ext uri="{FF2B5EF4-FFF2-40B4-BE49-F238E27FC236}">
                <a16:creationId xmlns:a16="http://schemas.microsoft.com/office/drawing/2014/main" id="{BA8CE0A3-F65B-19B6-E3AB-13EBE7753049}"/>
              </a:ext>
            </a:extLst>
          </p:cNvPr>
          <p:cNvSpPr/>
          <p:nvPr/>
        </p:nvSpPr>
        <p:spPr>
          <a:xfrm>
            <a:off x="6293713" y="3284777"/>
            <a:ext cx="1519687" cy="904336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Internet</a:t>
            </a:r>
          </a:p>
        </p:txBody>
      </p:sp>
      <p:sp>
        <p:nvSpPr>
          <p:cNvPr id="14" name="Nube 13">
            <a:extLst>
              <a:ext uri="{FF2B5EF4-FFF2-40B4-BE49-F238E27FC236}">
                <a16:creationId xmlns:a16="http://schemas.microsoft.com/office/drawing/2014/main" id="{79ACB553-DF53-F03F-0987-1896C57B41A8}"/>
              </a:ext>
            </a:extLst>
          </p:cNvPr>
          <p:cNvSpPr/>
          <p:nvPr/>
        </p:nvSpPr>
        <p:spPr>
          <a:xfrm>
            <a:off x="4154515" y="5344064"/>
            <a:ext cx="1519687" cy="904336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Internet</a:t>
            </a:r>
          </a:p>
        </p:txBody>
      </p:sp>
      <p:sp>
        <p:nvSpPr>
          <p:cNvPr id="22" name="Flecha: curvada hacia la derecha 21">
            <a:extLst>
              <a:ext uri="{FF2B5EF4-FFF2-40B4-BE49-F238E27FC236}">
                <a16:creationId xmlns:a16="http://schemas.microsoft.com/office/drawing/2014/main" id="{BFB7801F-9022-C2A7-D30B-55AB9D4D5CAD}"/>
              </a:ext>
            </a:extLst>
          </p:cNvPr>
          <p:cNvSpPr/>
          <p:nvPr/>
        </p:nvSpPr>
        <p:spPr>
          <a:xfrm rot="5400000">
            <a:off x="4849445" y="1177244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4" name="Flecha: curvada hacia la derecha 23">
            <a:extLst>
              <a:ext uri="{FF2B5EF4-FFF2-40B4-BE49-F238E27FC236}">
                <a16:creationId xmlns:a16="http://schemas.microsoft.com/office/drawing/2014/main" id="{4642C788-96D4-7993-32A4-D7CECD745746}"/>
              </a:ext>
            </a:extLst>
          </p:cNvPr>
          <p:cNvSpPr/>
          <p:nvPr/>
        </p:nvSpPr>
        <p:spPr>
          <a:xfrm rot="16200000">
            <a:off x="4849446" y="1502639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5" name="Flecha: curvada hacia la derecha 24">
            <a:extLst>
              <a:ext uri="{FF2B5EF4-FFF2-40B4-BE49-F238E27FC236}">
                <a16:creationId xmlns:a16="http://schemas.microsoft.com/office/drawing/2014/main" id="{E0EC730B-1DBB-54AC-3098-84871E1E0650}"/>
              </a:ext>
            </a:extLst>
          </p:cNvPr>
          <p:cNvSpPr/>
          <p:nvPr/>
        </p:nvSpPr>
        <p:spPr>
          <a:xfrm rot="5400000">
            <a:off x="6972982" y="1177242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6" name="Flecha: curvada hacia la derecha 25">
            <a:extLst>
              <a:ext uri="{FF2B5EF4-FFF2-40B4-BE49-F238E27FC236}">
                <a16:creationId xmlns:a16="http://schemas.microsoft.com/office/drawing/2014/main" id="{2C47BFFD-8335-64A3-0191-FF55D0E9E742}"/>
              </a:ext>
            </a:extLst>
          </p:cNvPr>
          <p:cNvSpPr/>
          <p:nvPr/>
        </p:nvSpPr>
        <p:spPr>
          <a:xfrm rot="16200000">
            <a:off x="6972983" y="1502637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7" name="Flecha: curvada hacia la derecha 26">
            <a:extLst>
              <a:ext uri="{FF2B5EF4-FFF2-40B4-BE49-F238E27FC236}">
                <a16:creationId xmlns:a16="http://schemas.microsoft.com/office/drawing/2014/main" id="{4711D64A-75B9-C4E5-B09C-05C5BD602D14}"/>
              </a:ext>
            </a:extLst>
          </p:cNvPr>
          <p:cNvSpPr/>
          <p:nvPr/>
        </p:nvSpPr>
        <p:spPr>
          <a:xfrm rot="5400000">
            <a:off x="3684866" y="3213455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8" name="Flecha: curvada hacia la derecha 27">
            <a:extLst>
              <a:ext uri="{FF2B5EF4-FFF2-40B4-BE49-F238E27FC236}">
                <a16:creationId xmlns:a16="http://schemas.microsoft.com/office/drawing/2014/main" id="{4DF11330-8441-8BE0-4F63-79919E5936BE}"/>
              </a:ext>
            </a:extLst>
          </p:cNvPr>
          <p:cNvSpPr/>
          <p:nvPr/>
        </p:nvSpPr>
        <p:spPr>
          <a:xfrm rot="16200000">
            <a:off x="3684867" y="3538850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9" name="Flecha: curvada hacia la derecha 28">
            <a:extLst>
              <a:ext uri="{FF2B5EF4-FFF2-40B4-BE49-F238E27FC236}">
                <a16:creationId xmlns:a16="http://schemas.microsoft.com/office/drawing/2014/main" id="{82438805-D94E-F512-DE92-C8C128AFDB30}"/>
              </a:ext>
            </a:extLst>
          </p:cNvPr>
          <p:cNvSpPr/>
          <p:nvPr/>
        </p:nvSpPr>
        <p:spPr>
          <a:xfrm rot="5400000">
            <a:off x="8144101" y="5280921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0" name="Flecha: curvada hacia la derecha 29">
            <a:extLst>
              <a:ext uri="{FF2B5EF4-FFF2-40B4-BE49-F238E27FC236}">
                <a16:creationId xmlns:a16="http://schemas.microsoft.com/office/drawing/2014/main" id="{FCA2F0F5-C527-7FAE-81F3-29BB3C2DC14E}"/>
              </a:ext>
            </a:extLst>
          </p:cNvPr>
          <p:cNvSpPr/>
          <p:nvPr/>
        </p:nvSpPr>
        <p:spPr>
          <a:xfrm rot="16200000">
            <a:off x="8144102" y="5606316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1" name="Flecha: curvada hacia la derecha 30">
            <a:extLst>
              <a:ext uri="{FF2B5EF4-FFF2-40B4-BE49-F238E27FC236}">
                <a16:creationId xmlns:a16="http://schemas.microsoft.com/office/drawing/2014/main" id="{DE5711E4-B1BA-6050-FEA2-9C23A51B590F}"/>
              </a:ext>
            </a:extLst>
          </p:cNvPr>
          <p:cNvSpPr/>
          <p:nvPr/>
        </p:nvSpPr>
        <p:spPr>
          <a:xfrm rot="5400000">
            <a:off x="6976760" y="2029312"/>
            <a:ext cx="145731" cy="3065344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2" name="Flecha: curvada hacia la derecha 31">
            <a:extLst>
              <a:ext uri="{FF2B5EF4-FFF2-40B4-BE49-F238E27FC236}">
                <a16:creationId xmlns:a16="http://schemas.microsoft.com/office/drawing/2014/main" id="{09BCC954-D984-1F01-2B17-240D86B4D51B}"/>
              </a:ext>
            </a:extLst>
          </p:cNvPr>
          <p:cNvSpPr/>
          <p:nvPr/>
        </p:nvSpPr>
        <p:spPr>
          <a:xfrm rot="16200000">
            <a:off x="6976760" y="2354703"/>
            <a:ext cx="145734" cy="3065346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5" name="Flecha: curvada hacia la derecha 34">
            <a:extLst>
              <a:ext uri="{FF2B5EF4-FFF2-40B4-BE49-F238E27FC236}">
                <a16:creationId xmlns:a16="http://schemas.microsoft.com/office/drawing/2014/main" id="{A6032493-D6E0-24A5-CB57-4DE2773975C3}"/>
              </a:ext>
            </a:extLst>
          </p:cNvPr>
          <p:cNvSpPr/>
          <p:nvPr/>
        </p:nvSpPr>
        <p:spPr>
          <a:xfrm rot="5400000">
            <a:off x="4853285" y="4113582"/>
            <a:ext cx="145731" cy="3065344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6" name="Flecha: curvada hacia la derecha 35">
            <a:extLst>
              <a:ext uri="{FF2B5EF4-FFF2-40B4-BE49-F238E27FC236}">
                <a16:creationId xmlns:a16="http://schemas.microsoft.com/office/drawing/2014/main" id="{64C98D0D-0A46-48EB-41DE-7175DB336011}"/>
              </a:ext>
            </a:extLst>
          </p:cNvPr>
          <p:cNvSpPr/>
          <p:nvPr/>
        </p:nvSpPr>
        <p:spPr>
          <a:xfrm rot="16200000">
            <a:off x="4853285" y="4438973"/>
            <a:ext cx="145734" cy="3065346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1DCE93BE-65DD-071D-D5F6-C440D0F3EAE0}"/>
              </a:ext>
            </a:extLst>
          </p:cNvPr>
          <p:cNvSpPr txBox="1"/>
          <p:nvPr/>
        </p:nvSpPr>
        <p:spPr>
          <a:xfrm>
            <a:off x="1712886" y="759173"/>
            <a:ext cx="1775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Caso abstracto: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AAC7F02A-C98D-ECE8-AD3B-930CFDEAC2B8}"/>
              </a:ext>
            </a:extLst>
          </p:cNvPr>
          <p:cNvSpPr txBox="1"/>
          <p:nvPr/>
        </p:nvSpPr>
        <p:spPr>
          <a:xfrm>
            <a:off x="1712886" y="2814596"/>
            <a:ext cx="3044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Caso concreto: proxy directo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7452FD0A-039D-1DD6-B804-4AD0435C0D6D}"/>
              </a:ext>
            </a:extLst>
          </p:cNvPr>
          <p:cNvSpPr txBox="1"/>
          <p:nvPr/>
        </p:nvSpPr>
        <p:spPr>
          <a:xfrm>
            <a:off x="1712886" y="4867279"/>
            <a:ext cx="30587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Caso concreto: proxy inverso</a:t>
            </a:r>
          </a:p>
        </p:txBody>
      </p:sp>
    </p:spTree>
    <p:extLst>
      <p:ext uri="{BB962C8B-B14F-4D97-AF65-F5344CB8AC3E}">
        <p14:creationId xmlns:p14="http://schemas.microsoft.com/office/powerpoint/2010/main" val="325044635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26</Words>
  <Application>Microsoft Office PowerPoint</Application>
  <PresentationFormat>Panorámica</PresentationFormat>
  <Paragraphs>14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Miguel Gómez Del Cueto</dc:creator>
  <cp:lastModifiedBy>Luis Miguel Gómez Del Cueto</cp:lastModifiedBy>
  <cp:revision>1</cp:revision>
  <dcterms:created xsi:type="dcterms:W3CDTF">2025-05-28T15:57:14Z</dcterms:created>
  <dcterms:modified xsi:type="dcterms:W3CDTF">2025-05-28T16:11:04Z</dcterms:modified>
</cp:coreProperties>
</file>
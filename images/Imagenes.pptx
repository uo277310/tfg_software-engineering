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60" r:id="rId4"/>
    <p:sldId id="263" r:id="rId5"/>
    <p:sldId id="257" r:id="rId6"/>
    <p:sldId id="258" r:id="rId7"/>
    <p:sldId id="259" r:id="rId8"/>
    <p:sldId id="261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F8D4C3-BB60-4398-B156-8B23F19159D9}" v="95" dt="2025-07-02T18:02:20.8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1" autoAdjust="0"/>
    <p:restoredTop sz="94660"/>
  </p:normalViewPr>
  <p:slideViewPr>
    <p:cSldViewPr snapToGrid="0">
      <p:cViewPr>
        <p:scale>
          <a:sx n="100" d="100"/>
          <a:sy n="100" d="100"/>
        </p:scale>
        <p:origin x="87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Miguel Gómez Del Cueto" userId="96bdf517-732e-4d81-a9c7-41d87206fa47" providerId="ADAL" clId="{58F8D4C3-BB60-4398-B156-8B23F19159D9}"/>
    <pc:docChg chg="undo redo custSel addSld modSld sldOrd">
      <pc:chgData name="Luis Miguel Gómez Del Cueto" userId="96bdf517-732e-4d81-a9c7-41d87206fa47" providerId="ADAL" clId="{58F8D4C3-BB60-4398-B156-8B23F19159D9}" dt="2025-07-02T18:02:22.976" v="1242" actId="1076"/>
      <pc:docMkLst>
        <pc:docMk/>
      </pc:docMkLst>
      <pc:sldChg chg="addSp delSp modSp new mod">
        <pc:chgData name="Luis Miguel Gómez Del Cueto" userId="96bdf517-732e-4d81-a9c7-41d87206fa47" providerId="ADAL" clId="{58F8D4C3-BB60-4398-B156-8B23F19159D9}" dt="2025-06-10T12:45:42.417" v="834" actId="1076"/>
        <pc:sldMkLst>
          <pc:docMk/>
          <pc:sldMk cId="4132215596" sldId="257"/>
        </pc:sldMkLst>
        <pc:picChg chg="add mod">
          <ac:chgData name="Luis Miguel Gómez Del Cueto" userId="96bdf517-732e-4d81-a9c7-41d87206fa47" providerId="ADAL" clId="{58F8D4C3-BB60-4398-B156-8B23F19159D9}" dt="2025-06-10T12:45:42.417" v="834" actId="1076"/>
          <ac:picMkLst>
            <pc:docMk/>
            <pc:sldMk cId="4132215596" sldId="257"/>
            <ac:picMk id="2" creationId="{1401531C-5EE0-5A99-D73A-175117A6913B}"/>
          </ac:picMkLst>
        </pc:picChg>
      </pc:sldChg>
      <pc:sldChg chg="addSp delSp modSp new mod">
        <pc:chgData name="Luis Miguel Gómez Del Cueto" userId="96bdf517-732e-4d81-a9c7-41d87206fa47" providerId="ADAL" clId="{58F8D4C3-BB60-4398-B156-8B23F19159D9}" dt="2025-06-10T12:47:22.939" v="869" actId="404"/>
        <pc:sldMkLst>
          <pc:docMk/>
          <pc:sldMk cId="4213229864" sldId="258"/>
        </pc:sldMkLst>
        <pc:spChg chg="add mod">
          <ac:chgData name="Luis Miguel Gómez Del Cueto" userId="96bdf517-732e-4d81-a9c7-41d87206fa47" providerId="ADAL" clId="{58F8D4C3-BB60-4398-B156-8B23F19159D9}" dt="2025-06-10T12:47:22.939" v="869" actId="404"/>
          <ac:spMkLst>
            <pc:docMk/>
            <pc:sldMk cId="4213229864" sldId="258"/>
            <ac:spMk id="8" creationId="{ABB22083-928C-559B-6D60-7837E287C2C4}"/>
          </ac:spMkLst>
        </pc:spChg>
        <pc:picChg chg="add mod">
          <ac:chgData name="Luis Miguel Gómez Del Cueto" userId="96bdf517-732e-4d81-a9c7-41d87206fa47" providerId="ADAL" clId="{58F8D4C3-BB60-4398-B156-8B23F19159D9}" dt="2025-06-10T12:46:51.978" v="858" actId="14100"/>
          <ac:picMkLst>
            <pc:docMk/>
            <pc:sldMk cId="4213229864" sldId="258"/>
            <ac:picMk id="2" creationId="{7C07BCC8-D154-1BBF-339E-944DB79F915C}"/>
          </ac:picMkLst>
        </pc:picChg>
        <pc:picChg chg="add mod">
          <ac:chgData name="Luis Miguel Gómez Del Cueto" userId="96bdf517-732e-4d81-a9c7-41d87206fa47" providerId="ADAL" clId="{58F8D4C3-BB60-4398-B156-8B23F19159D9}" dt="2025-06-10T12:47:08.003" v="866" actId="1076"/>
          <ac:picMkLst>
            <pc:docMk/>
            <pc:sldMk cId="4213229864" sldId="258"/>
            <ac:picMk id="3" creationId="{41DAB489-51C7-D3BA-F27A-A6C02B3739EA}"/>
          </ac:picMkLst>
        </pc:picChg>
        <pc:cxnChg chg="add mod">
          <ac:chgData name="Luis Miguel Gómez Del Cueto" userId="96bdf517-732e-4d81-a9c7-41d87206fa47" providerId="ADAL" clId="{58F8D4C3-BB60-4398-B156-8B23F19159D9}" dt="2025-06-10T12:47:12.808" v="867" actId="14100"/>
          <ac:cxnSpMkLst>
            <pc:docMk/>
            <pc:sldMk cId="4213229864" sldId="258"/>
            <ac:cxnSpMk id="5" creationId="{4AC0E7E5-17D6-B03A-ADA1-2B7233BEC451}"/>
          </ac:cxnSpMkLst>
        </pc:cxnChg>
      </pc:sldChg>
      <pc:sldChg chg="addSp delSp modSp new mod">
        <pc:chgData name="Luis Miguel Gómez Del Cueto" userId="96bdf517-732e-4d81-a9c7-41d87206fa47" providerId="ADAL" clId="{58F8D4C3-BB60-4398-B156-8B23F19159D9}" dt="2025-06-10T12:46:41.449" v="857" actId="1076"/>
        <pc:sldMkLst>
          <pc:docMk/>
          <pc:sldMk cId="2446217543" sldId="259"/>
        </pc:sldMkLst>
        <pc:spChg chg="add mod">
          <ac:chgData name="Luis Miguel Gómez Del Cueto" userId="96bdf517-732e-4d81-a9c7-41d87206fa47" providerId="ADAL" clId="{58F8D4C3-BB60-4398-B156-8B23F19159D9}" dt="2025-06-10T12:46:41.449" v="857" actId="1076"/>
          <ac:spMkLst>
            <pc:docMk/>
            <pc:sldMk cId="2446217543" sldId="259"/>
            <ac:spMk id="9" creationId="{48258BE3-721A-4517-7FC6-5F98E3BFB2F7}"/>
          </ac:spMkLst>
        </pc:spChg>
        <pc:picChg chg="add mod">
          <ac:chgData name="Luis Miguel Gómez Del Cueto" userId="96bdf517-732e-4d81-a9c7-41d87206fa47" providerId="ADAL" clId="{58F8D4C3-BB60-4398-B156-8B23F19159D9}" dt="2025-06-10T12:46:09.116" v="839" actId="1076"/>
          <ac:picMkLst>
            <pc:docMk/>
            <pc:sldMk cId="2446217543" sldId="259"/>
            <ac:picMk id="3" creationId="{2E905F45-EE65-C3CF-C1B6-D6EE9AB86756}"/>
          </ac:picMkLst>
        </pc:picChg>
        <pc:picChg chg="add mod">
          <ac:chgData name="Luis Miguel Gómez Del Cueto" userId="96bdf517-732e-4d81-a9c7-41d87206fa47" providerId="ADAL" clId="{58F8D4C3-BB60-4398-B156-8B23F19159D9}" dt="2025-06-10T12:46:20.910" v="845" actId="14100"/>
          <ac:picMkLst>
            <pc:docMk/>
            <pc:sldMk cId="2446217543" sldId="259"/>
            <ac:picMk id="12" creationId="{D38916A1-2643-9396-9319-ADDCBA5E1009}"/>
          </ac:picMkLst>
        </pc:picChg>
        <pc:cxnChg chg="add mod">
          <ac:chgData name="Luis Miguel Gómez Del Cueto" userId="96bdf517-732e-4d81-a9c7-41d87206fa47" providerId="ADAL" clId="{58F8D4C3-BB60-4398-B156-8B23F19159D9}" dt="2025-06-10T12:46:26.438" v="848" actId="14100"/>
          <ac:cxnSpMkLst>
            <pc:docMk/>
            <pc:sldMk cId="2446217543" sldId="259"/>
            <ac:cxnSpMk id="7" creationId="{22DF0BE3-9D15-B88A-2332-853DDC135425}"/>
          </ac:cxnSpMkLst>
        </pc:cxnChg>
      </pc:sldChg>
      <pc:sldChg chg="addSp delSp modSp new mod">
        <pc:chgData name="Luis Miguel Gómez Del Cueto" userId="96bdf517-732e-4d81-a9c7-41d87206fa47" providerId="ADAL" clId="{58F8D4C3-BB60-4398-B156-8B23F19159D9}" dt="2025-06-10T12:45:34.955" v="829" actId="21"/>
        <pc:sldMkLst>
          <pc:docMk/>
          <pc:sldMk cId="1168218258" sldId="260"/>
        </pc:sldMkLst>
        <pc:spChg chg="add mod ord">
          <ac:chgData name="Luis Miguel Gómez Del Cueto" userId="96bdf517-732e-4d81-a9c7-41d87206fa47" providerId="ADAL" clId="{58F8D4C3-BB60-4398-B156-8B23F19159D9}" dt="2025-06-10T12:43:34.997" v="809" actId="1076"/>
          <ac:spMkLst>
            <pc:docMk/>
            <pc:sldMk cId="1168218258" sldId="260"/>
            <ac:spMk id="83" creationId="{98D95C48-C3F1-B033-7186-D489828F5E5E}"/>
          </ac:spMkLst>
        </pc:spChg>
        <pc:spChg chg="add mod">
          <ac:chgData name="Luis Miguel Gómez Del Cueto" userId="96bdf517-732e-4d81-a9c7-41d87206fa47" providerId="ADAL" clId="{58F8D4C3-BB60-4398-B156-8B23F19159D9}" dt="2025-06-10T12:43:34.997" v="809" actId="1076"/>
          <ac:spMkLst>
            <pc:docMk/>
            <pc:sldMk cId="1168218258" sldId="260"/>
            <ac:spMk id="84" creationId="{21892F59-148A-6B9D-1AB5-148663A96643}"/>
          </ac:spMkLst>
        </pc:spChg>
        <pc:spChg chg="add mod">
          <ac:chgData name="Luis Miguel Gómez Del Cueto" userId="96bdf517-732e-4d81-a9c7-41d87206fa47" providerId="ADAL" clId="{58F8D4C3-BB60-4398-B156-8B23F19159D9}" dt="2025-06-10T12:43:34.997" v="809" actId="1076"/>
          <ac:spMkLst>
            <pc:docMk/>
            <pc:sldMk cId="1168218258" sldId="260"/>
            <ac:spMk id="87" creationId="{080A3AC2-3C0D-5DA7-1AED-DAFC375C7B8D}"/>
          </ac:spMkLst>
        </pc:spChg>
        <pc:spChg chg="add mod">
          <ac:chgData name="Luis Miguel Gómez Del Cueto" userId="96bdf517-732e-4d81-a9c7-41d87206fa47" providerId="ADAL" clId="{58F8D4C3-BB60-4398-B156-8B23F19159D9}" dt="2025-06-10T12:43:34.997" v="809" actId="1076"/>
          <ac:spMkLst>
            <pc:docMk/>
            <pc:sldMk cId="1168218258" sldId="260"/>
            <ac:spMk id="88" creationId="{C1C962AE-4B95-68E1-D815-84AFE0111696}"/>
          </ac:spMkLst>
        </pc:spChg>
        <pc:spChg chg="add mod">
          <ac:chgData name="Luis Miguel Gómez Del Cueto" userId="96bdf517-732e-4d81-a9c7-41d87206fa47" providerId="ADAL" clId="{58F8D4C3-BB60-4398-B156-8B23F19159D9}" dt="2025-06-10T12:43:34.997" v="809" actId="1076"/>
          <ac:spMkLst>
            <pc:docMk/>
            <pc:sldMk cId="1168218258" sldId="260"/>
            <ac:spMk id="89" creationId="{0D4105A3-8646-2CA6-3607-6A2453F8E26E}"/>
          </ac:spMkLst>
        </pc:spChg>
        <pc:spChg chg="add mod">
          <ac:chgData name="Luis Miguel Gómez Del Cueto" userId="96bdf517-732e-4d81-a9c7-41d87206fa47" providerId="ADAL" clId="{58F8D4C3-BB60-4398-B156-8B23F19159D9}" dt="2025-06-10T12:43:34.997" v="809" actId="1076"/>
          <ac:spMkLst>
            <pc:docMk/>
            <pc:sldMk cId="1168218258" sldId="260"/>
            <ac:spMk id="90" creationId="{3A2EFE0E-5BB6-3B71-E7A6-7DDB4BE23B14}"/>
          </ac:spMkLst>
        </pc:spChg>
        <pc:spChg chg="add mod">
          <ac:chgData name="Luis Miguel Gómez Del Cueto" userId="96bdf517-732e-4d81-a9c7-41d87206fa47" providerId="ADAL" clId="{58F8D4C3-BB60-4398-B156-8B23F19159D9}" dt="2025-06-10T12:43:34.997" v="809" actId="1076"/>
          <ac:spMkLst>
            <pc:docMk/>
            <pc:sldMk cId="1168218258" sldId="260"/>
            <ac:spMk id="91" creationId="{673B818A-1E36-2F89-D5A2-22FC85FBEAC4}"/>
          </ac:spMkLst>
        </pc:spChg>
        <pc:spChg chg="add mod">
          <ac:chgData name="Luis Miguel Gómez Del Cueto" userId="96bdf517-732e-4d81-a9c7-41d87206fa47" providerId="ADAL" clId="{58F8D4C3-BB60-4398-B156-8B23F19159D9}" dt="2025-06-10T12:43:34.997" v="809" actId="1076"/>
          <ac:spMkLst>
            <pc:docMk/>
            <pc:sldMk cId="1168218258" sldId="260"/>
            <ac:spMk id="92" creationId="{5CB830C3-20BF-982C-DA83-291C024D3195}"/>
          </ac:spMkLst>
        </pc:spChg>
        <pc:spChg chg="add mod">
          <ac:chgData name="Luis Miguel Gómez Del Cueto" userId="96bdf517-732e-4d81-a9c7-41d87206fa47" providerId="ADAL" clId="{58F8D4C3-BB60-4398-B156-8B23F19159D9}" dt="2025-06-10T12:43:34.997" v="809" actId="1076"/>
          <ac:spMkLst>
            <pc:docMk/>
            <pc:sldMk cId="1168218258" sldId="260"/>
            <ac:spMk id="99" creationId="{341F36A0-71A3-DD78-540A-7B46E85499FD}"/>
          </ac:spMkLst>
        </pc:spChg>
        <pc:spChg chg="add mod">
          <ac:chgData name="Luis Miguel Gómez Del Cueto" userId="96bdf517-732e-4d81-a9c7-41d87206fa47" providerId="ADAL" clId="{58F8D4C3-BB60-4398-B156-8B23F19159D9}" dt="2025-06-10T12:45:06.557" v="824" actId="1076"/>
          <ac:spMkLst>
            <pc:docMk/>
            <pc:sldMk cId="1168218258" sldId="260"/>
            <ac:spMk id="110" creationId="{0C0D8CD4-9A8D-961E-4E67-F48F04818B24}"/>
          </ac:spMkLst>
        </pc:spChg>
        <pc:picChg chg="add mod modCrop">
          <ac:chgData name="Luis Miguel Gómez Del Cueto" userId="96bdf517-732e-4d81-a9c7-41d87206fa47" providerId="ADAL" clId="{58F8D4C3-BB60-4398-B156-8B23F19159D9}" dt="2025-06-10T12:43:53.212" v="812" actId="1076"/>
          <ac:picMkLst>
            <pc:docMk/>
            <pc:sldMk cId="1168218258" sldId="260"/>
            <ac:picMk id="38" creationId="{40337578-3404-2190-4CDE-A447ED7A480F}"/>
          </ac:picMkLst>
        </pc:picChg>
        <pc:picChg chg="add del mod modCrop">
          <ac:chgData name="Luis Miguel Gómez Del Cueto" userId="96bdf517-732e-4d81-a9c7-41d87206fa47" providerId="ADAL" clId="{58F8D4C3-BB60-4398-B156-8B23F19159D9}" dt="2025-06-10T12:45:34.955" v="829" actId="21"/>
          <ac:picMkLst>
            <pc:docMk/>
            <pc:sldMk cId="1168218258" sldId="260"/>
            <ac:picMk id="40" creationId="{801D0628-94AB-2AC7-2697-B8B9193A635B}"/>
          </ac:picMkLst>
        </pc:picChg>
        <pc:picChg chg="add mod modCrop">
          <ac:chgData name="Luis Miguel Gómez Del Cueto" userId="96bdf517-732e-4d81-a9c7-41d87206fa47" providerId="ADAL" clId="{58F8D4C3-BB60-4398-B156-8B23F19159D9}" dt="2025-06-10T11:13:19.530" v="704" actId="1076"/>
          <ac:picMkLst>
            <pc:docMk/>
            <pc:sldMk cId="1168218258" sldId="260"/>
            <ac:picMk id="42" creationId="{7DA9FC7A-8327-A75A-B984-81CCB690F922}"/>
          </ac:picMkLst>
        </pc:picChg>
        <pc:picChg chg="add mod modCrop">
          <ac:chgData name="Luis Miguel Gómez Del Cueto" userId="96bdf517-732e-4d81-a9c7-41d87206fa47" providerId="ADAL" clId="{58F8D4C3-BB60-4398-B156-8B23F19159D9}" dt="2025-06-10T11:13:19.530" v="704" actId="1076"/>
          <ac:picMkLst>
            <pc:docMk/>
            <pc:sldMk cId="1168218258" sldId="260"/>
            <ac:picMk id="44" creationId="{1040D040-4F8D-4AC0-C995-948F04577FF6}"/>
          </ac:picMkLst>
        </pc:picChg>
        <pc:picChg chg="add mod modCrop">
          <ac:chgData name="Luis Miguel Gómez Del Cueto" userId="96bdf517-732e-4d81-a9c7-41d87206fa47" providerId="ADAL" clId="{58F8D4C3-BB60-4398-B156-8B23F19159D9}" dt="2025-06-10T11:13:19.530" v="704" actId="1076"/>
          <ac:picMkLst>
            <pc:docMk/>
            <pc:sldMk cId="1168218258" sldId="260"/>
            <ac:picMk id="46" creationId="{FC2053A6-AF54-2382-0951-C9D154AD2190}"/>
          </ac:picMkLst>
        </pc:picChg>
        <pc:picChg chg="add mod modCrop">
          <ac:chgData name="Luis Miguel Gómez Del Cueto" userId="96bdf517-732e-4d81-a9c7-41d87206fa47" providerId="ADAL" clId="{58F8D4C3-BB60-4398-B156-8B23F19159D9}" dt="2025-06-10T11:13:19.530" v="704" actId="1076"/>
          <ac:picMkLst>
            <pc:docMk/>
            <pc:sldMk cId="1168218258" sldId="260"/>
            <ac:picMk id="48" creationId="{19979601-4F16-CDAC-DAB3-605CA7CAFBCB}"/>
          </ac:picMkLst>
        </pc:picChg>
        <pc:picChg chg="add mod modCrop">
          <ac:chgData name="Luis Miguel Gómez Del Cueto" userId="96bdf517-732e-4d81-a9c7-41d87206fa47" providerId="ADAL" clId="{58F8D4C3-BB60-4398-B156-8B23F19159D9}" dt="2025-06-10T11:13:19.530" v="704" actId="1076"/>
          <ac:picMkLst>
            <pc:docMk/>
            <pc:sldMk cId="1168218258" sldId="260"/>
            <ac:picMk id="50" creationId="{FD602D85-1083-7D7E-3E12-199FCCCA1916}"/>
          </ac:picMkLst>
        </pc:picChg>
        <pc:picChg chg="add mod modCrop">
          <ac:chgData name="Luis Miguel Gómez Del Cueto" userId="96bdf517-732e-4d81-a9c7-41d87206fa47" providerId="ADAL" clId="{58F8D4C3-BB60-4398-B156-8B23F19159D9}" dt="2025-06-10T12:42:50.858" v="805" actId="732"/>
          <ac:picMkLst>
            <pc:docMk/>
            <pc:sldMk cId="1168218258" sldId="260"/>
            <ac:picMk id="101" creationId="{EE5D2F3E-4B84-B7E0-A822-26D74101FBE1}"/>
          </ac:picMkLst>
        </pc:picChg>
        <pc:picChg chg="add mod modCrop">
          <ac:chgData name="Luis Miguel Gómez Del Cueto" userId="96bdf517-732e-4d81-a9c7-41d87206fa47" providerId="ADAL" clId="{58F8D4C3-BB60-4398-B156-8B23F19159D9}" dt="2025-06-10T12:44:48.862" v="819" actId="732"/>
          <ac:picMkLst>
            <pc:docMk/>
            <pc:sldMk cId="1168218258" sldId="260"/>
            <ac:picMk id="103" creationId="{D7B4838F-8F1E-494A-9069-78B7DCE2827F}"/>
          </ac:picMkLst>
        </pc:picChg>
        <pc:cxnChg chg="add mod">
          <ac:chgData name="Luis Miguel Gómez Del Cueto" userId="96bdf517-732e-4d81-a9c7-41d87206fa47" providerId="ADAL" clId="{58F8D4C3-BB60-4398-B156-8B23F19159D9}" dt="2025-06-10T12:43:55.336" v="813" actId="14100"/>
          <ac:cxnSpMkLst>
            <pc:docMk/>
            <pc:sldMk cId="1168218258" sldId="260"/>
            <ac:cxnSpMk id="51" creationId="{E0D4C07C-DC6C-1165-F178-46CA52791E14}"/>
          </ac:cxnSpMkLst>
        </pc:cxnChg>
        <pc:cxnChg chg="add mod">
          <ac:chgData name="Luis Miguel Gómez Del Cueto" userId="96bdf517-732e-4d81-a9c7-41d87206fa47" providerId="ADAL" clId="{58F8D4C3-BB60-4398-B156-8B23F19159D9}" dt="2025-06-10T11:18:35.743" v="787" actId="1076"/>
          <ac:cxnSpMkLst>
            <pc:docMk/>
            <pc:sldMk cId="1168218258" sldId="260"/>
            <ac:cxnSpMk id="54" creationId="{D8CAC67C-E211-F596-ACFD-C48D604FB626}"/>
          </ac:cxnSpMkLst>
        </pc:cxnChg>
        <pc:cxnChg chg="add mod">
          <ac:chgData name="Luis Miguel Gómez Del Cueto" userId="96bdf517-732e-4d81-a9c7-41d87206fa47" providerId="ADAL" clId="{58F8D4C3-BB60-4398-B156-8B23F19159D9}" dt="2025-06-10T11:09:35.457" v="666" actId="14100"/>
          <ac:cxnSpMkLst>
            <pc:docMk/>
            <pc:sldMk cId="1168218258" sldId="260"/>
            <ac:cxnSpMk id="57" creationId="{73993357-9848-0BDF-A68D-4420E66CE448}"/>
          </ac:cxnSpMkLst>
        </pc:cxnChg>
        <pc:cxnChg chg="add mod">
          <ac:chgData name="Luis Miguel Gómez Del Cueto" userId="96bdf517-732e-4d81-a9c7-41d87206fa47" providerId="ADAL" clId="{58F8D4C3-BB60-4398-B156-8B23F19159D9}" dt="2025-06-10T11:09:44.124" v="670" actId="14100"/>
          <ac:cxnSpMkLst>
            <pc:docMk/>
            <pc:sldMk cId="1168218258" sldId="260"/>
            <ac:cxnSpMk id="60" creationId="{997D8A96-BA5E-8F69-8D8C-62DDDC37D0F3}"/>
          </ac:cxnSpMkLst>
        </pc:cxnChg>
        <pc:cxnChg chg="add mod">
          <ac:chgData name="Luis Miguel Gómez Del Cueto" userId="96bdf517-732e-4d81-a9c7-41d87206fa47" providerId="ADAL" clId="{58F8D4C3-BB60-4398-B156-8B23F19159D9}" dt="2025-06-10T11:13:19.530" v="704" actId="1076"/>
          <ac:cxnSpMkLst>
            <pc:docMk/>
            <pc:sldMk cId="1168218258" sldId="260"/>
            <ac:cxnSpMk id="63" creationId="{776230F7-3345-EE2D-EDBC-F7F7EB5513AA}"/>
          </ac:cxnSpMkLst>
        </pc:cxnChg>
        <pc:cxnChg chg="add mod">
          <ac:chgData name="Luis Miguel Gómez Del Cueto" userId="96bdf517-732e-4d81-a9c7-41d87206fa47" providerId="ADAL" clId="{58F8D4C3-BB60-4398-B156-8B23F19159D9}" dt="2025-06-10T11:10:03.834" v="678" actId="14100"/>
          <ac:cxnSpMkLst>
            <pc:docMk/>
            <pc:sldMk cId="1168218258" sldId="260"/>
            <ac:cxnSpMk id="67" creationId="{AE4DF54C-B94D-A65A-EFC0-BF96B5E88C85}"/>
          </ac:cxnSpMkLst>
        </pc:cxnChg>
        <pc:cxnChg chg="add mod">
          <ac:chgData name="Luis Miguel Gómez Del Cueto" userId="96bdf517-732e-4d81-a9c7-41d87206fa47" providerId="ADAL" clId="{58F8D4C3-BB60-4398-B156-8B23F19159D9}" dt="2025-06-10T12:42:09.996" v="795" actId="478"/>
          <ac:cxnSpMkLst>
            <pc:docMk/>
            <pc:sldMk cId="1168218258" sldId="260"/>
            <ac:cxnSpMk id="72" creationId="{6189B647-BA27-81A0-BF86-AEF6D724B633}"/>
          </ac:cxnSpMkLst>
        </pc:cxnChg>
        <pc:cxnChg chg="add mod">
          <ac:chgData name="Luis Miguel Gómez Del Cueto" userId="96bdf517-732e-4d81-a9c7-41d87206fa47" providerId="ADAL" clId="{58F8D4C3-BB60-4398-B156-8B23F19159D9}" dt="2025-06-10T11:18:38.817" v="788" actId="1076"/>
          <ac:cxnSpMkLst>
            <pc:docMk/>
            <pc:sldMk cId="1168218258" sldId="260"/>
            <ac:cxnSpMk id="93" creationId="{244FA1F0-1EF4-AD6F-D5B0-D4C649E7FDA8}"/>
          </ac:cxnSpMkLst>
        </pc:cxnChg>
        <pc:cxnChg chg="add mod">
          <ac:chgData name="Luis Miguel Gómez Del Cueto" userId="96bdf517-732e-4d81-a9c7-41d87206fa47" providerId="ADAL" clId="{58F8D4C3-BB60-4398-B156-8B23F19159D9}" dt="2025-06-10T12:44:51.891" v="820" actId="14100"/>
          <ac:cxnSpMkLst>
            <pc:docMk/>
            <pc:sldMk cId="1168218258" sldId="260"/>
            <ac:cxnSpMk id="106" creationId="{08A48604-BD2E-BD28-AE75-F15880560A3C}"/>
          </ac:cxnSpMkLst>
        </pc:cxnChg>
      </pc:sldChg>
      <pc:sldChg chg="addSp delSp modSp new mod ord">
        <pc:chgData name="Luis Miguel Gómez Del Cueto" userId="96bdf517-732e-4d81-a9c7-41d87206fa47" providerId="ADAL" clId="{58F8D4C3-BB60-4398-B156-8B23F19159D9}" dt="2025-06-10T21:01:06.756" v="896" actId="14100"/>
        <pc:sldMkLst>
          <pc:docMk/>
          <pc:sldMk cId="3453018589" sldId="261"/>
        </pc:sldMkLst>
        <pc:spChg chg="add mod">
          <ac:chgData name="Luis Miguel Gómez Del Cueto" userId="96bdf517-732e-4d81-a9c7-41d87206fa47" providerId="ADAL" clId="{58F8D4C3-BB60-4398-B156-8B23F19159D9}" dt="2025-06-10T21:01:00.576" v="894" actId="1076"/>
          <ac:spMkLst>
            <pc:docMk/>
            <pc:sldMk cId="3453018589" sldId="261"/>
            <ac:spMk id="7" creationId="{A9280FFB-1E9A-9AE1-1922-65BC430C26F6}"/>
          </ac:spMkLst>
        </pc:spChg>
        <pc:picChg chg="add mod">
          <ac:chgData name="Luis Miguel Gómez Del Cueto" userId="96bdf517-732e-4d81-a9c7-41d87206fa47" providerId="ADAL" clId="{58F8D4C3-BB60-4398-B156-8B23F19159D9}" dt="2025-06-10T21:01:04.025" v="895" actId="1076"/>
          <ac:picMkLst>
            <pc:docMk/>
            <pc:sldMk cId="3453018589" sldId="261"/>
            <ac:picMk id="4" creationId="{A5E334FD-4960-AD13-0823-364FF000F002}"/>
          </ac:picMkLst>
        </pc:picChg>
        <pc:picChg chg="add mod">
          <ac:chgData name="Luis Miguel Gómez Del Cueto" userId="96bdf517-732e-4d81-a9c7-41d87206fa47" providerId="ADAL" clId="{58F8D4C3-BB60-4398-B156-8B23F19159D9}" dt="2025-06-10T21:00:44.590" v="890" actId="1076"/>
          <ac:picMkLst>
            <pc:docMk/>
            <pc:sldMk cId="3453018589" sldId="261"/>
            <ac:picMk id="5" creationId="{B63C6F60-32C6-8F9B-8038-410EE3D59BA0}"/>
          </ac:picMkLst>
        </pc:picChg>
        <pc:cxnChg chg="add mod">
          <ac:chgData name="Luis Miguel Gómez Del Cueto" userId="96bdf517-732e-4d81-a9c7-41d87206fa47" providerId="ADAL" clId="{58F8D4C3-BB60-4398-B156-8B23F19159D9}" dt="2025-06-10T21:01:06.756" v="896" actId="14100"/>
          <ac:cxnSpMkLst>
            <pc:docMk/>
            <pc:sldMk cId="3453018589" sldId="261"/>
            <ac:cxnSpMk id="6" creationId="{C851D329-A7E0-A7AF-D76C-4E2C1C48FD49}"/>
          </ac:cxnSpMkLst>
        </pc:cxnChg>
      </pc:sldChg>
      <pc:sldChg chg="addSp delSp modSp new mod ord">
        <pc:chgData name="Luis Miguel Gómez Del Cueto" userId="96bdf517-732e-4d81-a9c7-41d87206fa47" providerId="ADAL" clId="{58F8D4C3-BB60-4398-B156-8B23F19159D9}" dt="2025-07-02T15:23:54.502" v="1141" actId="17032"/>
        <pc:sldMkLst>
          <pc:docMk/>
          <pc:sldMk cId="850494225" sldId="262"/>
        </pc:sldMkLst>
        <pc:spChg chg="del">
          <ac:chgData name="Luis Miguel Gómez Del Cueto" userId="96bdf517-732e-4d81-a9c7-41d87206fa47" providerId="ADAL" clId="{58F8D4C3-BB60-4398-B156-8B23F19159D9}" dt="2025-07-02T15:17:18.222" v="902" actId="478"/>
          <ac:spMkLst>
            <pc:docMk/>
            <pc:sldMk cId="850494225" sldId="262"/>
            <ac:spMk id="2" creationId="{BCEC77C1-6DB3-A288-319C-D57CE9491731}"/>
          </ac:spMkLst>
        </pc:spChg>
        <pc:spChg chg="del mod">
          <ac:chgData name="Luis Miguel Gómez Del Cueto" userId="96bdf517-732e-4d81-a9c7-41d87206fa47" providerId="ADAL" clId="{58F8D4C3-BB60-4398-B156-8B23F19159D9}" dt="2025-07-02T15:17:17.017" v="901" actId="478"/>
          <ac:spMkLst>
            <pc:docMk/>
            <pc:sldMk cId="850494225" sldId="262"/>
            <ac:spMk id="3" creationId="{9CE28F68-E614-372B-32EF-E166D2417430}"/>
          </ac:spMkLst>
        </pc:spChg>
        <pc:spChg chg="add mod">
          <ac:chgData name="Luis Miguel Gómez Del Cueto" userId="96bdf517-732e-4d81-a9c7-41d87206fa47" providerId="ADAL" clId="{58F8D4C3-BB60-4398-B156-8B23F19159D9}" dt="2025-07-02T15:22:58.754" v="1115" actId="1076"/>
          <ac:spMkLst>
            <pc:docMk/>
            <pc:sldMk cId="850494225" sldId="262"/>
            <ac:spMk id="4" creationId="{00084F12-0741-7A56-84FC-6D6C24C1CF55}"/>
          </ac:spMkLst>
        </pc:spChg>
        <pc:spChg chg="add del">
          <ac:chgData name="Luis Miguel Gómez Del Cueto" userId="96bdf517-732e-4d81-a9c7-41d87206fa47" providerId="ADAL" clId="{58F8D4C3-BB60-4398-B156-8B23F19159D9}" dt="2025-07-02T15:17:43.420" v="908" actId="11529"/>
          <ac:spMkLst>
            <pc:docMk/>
            <pc:sldMk cId="850494225" sldId="262"/>
            <ac:spMk id="5" creationId="{456F4DC0-B50F-6776-1B99-1E93A68D13FE}"/>
          </ac:spMkLst>
        </pc:spChg>
        <pc:spChg chg="add mod">
          <ac:chgData name="Luis Miguel Gómez Del Cueto" userId="96bdf517-732e-4d81-a9c7-41d87206fa47" providerId="ADAL" clId="{58F8D4C3-BB60-4398-B156-8B23F19159D9}" dt="2025-07-02T15:22:28.568" v="1111" actId="20577"/>
          <ac:spMkLst>
            <pc:docMk/>
            <pc:sldMk cId="850494225" sldId="262"/>
            <ac:spMk id="6" creationId="{8B260266-C95F-C876-3A77-8DF92A6E12E2}"/>
          </ac:spMkLst>
        </pc:spChg>
        <pc:spChg chg="add mod">
          <ac:chgData name="Luis Miguel Gómez Del Cueto" userId="96bdf517-732e-4d81-a9c7-41d87206fa47" providerId="ADAL" clId="{58F8D4C3-BB60-4398-B156-8B23F19159D9}" dt="2025-07-02T15:17:58.027" v="919"/>
          <ac:spMkLst>
            <pc:docMk/>
            <pc:sldMk cId="850494225" sldId="262"/>
            <ac:spMk id="7" creationId="{36F94557-03E6-7EBE-1E95-626663022FD3}"/>
          </ac:spMkLst>
        </pc:spChg>
        <pc:spChg chg="add mod">
          <ac:chgData name="Luis Miguel Gómez Del Cueto" userId="96bdf517-732e-4d81-a9c7-41d87206fa47" providerId="ADAL" clId="{58F8D4C3-BB60-4398-B156-8B23F19159D9}" dt="2025-07-02T15:19:10.261" v="973" actId="20577"/>
          <ac:spMkLst>
            <pc:docMk/>
            <pc:sldMk cId="850494225" sldId="262"/>
            <ac:spMk id="8" creationId="{8CC5F6DA-9FB1-710A-24B5-BAE3FA9FF8C8}"/>
          </ac:spMkLst>
        </pc:spChg>
        <pc:spChg chg="add mod">
          <ac:chgData name="Luis Miguel Gómez Del Cueto" userId="96bdf517-732e-4d81-a9c7-41d87206fa47" providerId="ADAL" clId="{58F8D4C3-BB60-4398-B156-8B23F19159D9}" dt="2025-07-02T15:19:06.085" v="965" actId="20577"/>
          <ac:spMkLst>
            <pc:docMk/>
            <pc:sldMk cId="850494225" sldId="262"/>
            <ac:spMk id="9" creationId="{D6F2948A-D08A-67FF-3DB1-D98BF7AAD164}"/>
          </ac:spMkLst>
        </pc:spChg>
        <pc:spChg chg="add mod">
          <ac:chgData name="Luis Miguel Gómez Del Cueto" userId="96bdf517-732e-4d81-a9c7-41d87206fa47" providerId="ADAL" clId="{58F8D4C3-BB60-4398-B156-8B23F19159D9}" dt="2025-07-02T15:18:55.758" v="950" actId="1076"/>
          <ac:spMkLst>
            <pc:docMk/>
            <pc:sldMk cId="850494225" sldId="262"/>
            <ac:spMk id="10" creationId="{7A029633-712C-A4C2-9A4A-C1F377F76541}"/>
          </ac:spMkLst>
        </pc:spChg>
        <pc:spChg chg="add mod">
          <ac:chgData name="Luis Miguel Gómez Del Cueto" userId="96bdf517-732e-4d81-a9c7-41d87206fa47" providerId="ADAL" clId="{58F8D4C3-BB60-4398-B156-8B23F19159D9}" dt="2025-07-02T15:19:45.759" v="984" actId="1076"/>
          <ac:spMkLst>
            <pc:docMk/>
            <pc:sldMk cId="850494225" sldId="262"/>
            <ac:spMk id="11" creationId="{015BDB61-E5F5-ED6A-A734-B2E4881D1246}"/>
          </ac:spMkLst>
        </pc:spChg>
        <pc:spChg chg="add del mod">
          <ac:chgData name="Luis Miguel Gómez Del Cueto" userId="96bdf517-732e-4d81-a9c7-41d87206fa47" providerId="ADAL" clId="{58F8D4C3-BB60-4398-B156-8B23F19159D9}" dt="2025-07-02T15:19:41.966" v="982" actId="478"/>
          <ac:spMkLst>
            <pc:docMk/>
            <pc:sldMk cId="850494225" sldId="262"/>
            <ac:spMk id="12" creationId="{6D2D3665-36F1-1008-2584-EB9885A07F7A}"/>
          </ac:spMkLst>
        </pc:spChg>
        <pc:spChg chg="add mod">
          <ac:chgData name="Luis Miguel Gómez Del Cueto" userId="96bdf517-732e-4d81-a9c7-41d87206fa47" providerId="ADAL" clId="{58F8D4C3-BB60-4398-B156-8B23F19159D9}" dt="2025-07-02T15:19:48.780" v="986" actId="1076"/>
          <ac:spMkLst>
            <pc:docMk/>
            <pc:sldMk cId="850494225" sldId="262"/>
            <ac:spMk id="13" creationId="{0EB90EC1-8BDE-857C-1F02-346465B2223F}"/>
          </ac:spMkLst>
        </pc:spChg>
        <pc:spChg chg="add mod">
          <ac:chgData name="Luis Miguel Gómez Del Cueto" userId="96bdf517-732e-4d81-a9c7-41d87206fa47" providerId="ADAL" clId="{58F8D4C3-BB60-4398-B156-8B23F19159D9}" dt="2025-07-02T15:20:56.406" v="1006" actId="20577"/>
          <ac:spMkLst>
            <pc:docMk/>
            <pc:sldMk cId="850494225" sldId="262"/>
            <ac:spMk id="14" creationId="{6CE2219A-6AAF-4E6F-F15B-859C74871762}"/>
          </ac:spMkLst>
        </pc:spChg>
        <pc:spChg chg="add del mod">
          <ac:chgData name="Luis Miguel Gómez Del Cueto" userId="96bdf517-732e-4d81-a9c7-41d87206fa47" providerId="ADAL" clId="{58F8D4C3-BB60-4398-B156-8B23F19159D9}" dt="2025-07-02T15:20:37.464" v="993" actId="478"/>
          <ac:spMkLst>
            <pc:docMk/>
            <pc:sldMk cId="850494225" sldId="262"/>
            <ac:spMk id="15" creationId="{29C83C7C-85EF-40CD-9734-6918C3F37866}"/>
          </ac:spMkLst>
        </pc:spChg>
        <pc:spChg chg="add mod">
          <ac:chgData name="Luis Miguel Gómez Del Cueto" userId="96bdf517-732e-4d81-a9c7-41d87206fa47" providerId="ADAL" clId="{58F8D4C3-BB60-4398-B156-8B23F19159D9}" dt="2025-07-02T15:20:59.643" v="1015" actId="20577"/>
          <ac:spMkLst>
            <pc:docMk/>
            <pc:sldMk cId="850494225" sldId="262"/>
            <ac:spMk id="16" creationId="{A8708463-8CE9-6BCF-C7A6-386728B38916}"/>
          </ac:spMkLst>
        </pc:spChg>
        <pc:spChg chg="add mod">
          <ac:chgData name="Luis Miguel Gómez Del Cueto" userId="96bdf517-732e-4d81-a9c7-41d87206fa47" providerId="ADAL" clId="{58F8D4C3-BB60-4398-B156-8B23F19159D9}" dt="2025-07-02T15:21:02.863" v="1024" actId="20577"/>
          <ac:spMkLst>
            <pc:docMk/>
            <pc:sldMk cId="850494225" sldId="262"/>
            <ac:spMk id="17" creationId="{4A7ABBFA-DF11-61AF-E147-5DCB00843199}"/>
          </ac:spMkLst>
        </pc:spChg>
        <pc:spChg chg="add mod">
          <ac:chgData name="Luis Miguel Gómez Del Cueto" userId="96bdf517-732e-4d81-a9c7-41d87206fa47" providerId="ADAL" clId="{58F8D4C3-BB60-4398-B156-8B23F19159D9}" dt="2025-07-02T15:21:26.299" v="1035" actId="1076"/>
          <ac:spMkLst>
            <pc:docMk/>
            <pc:sldMk cId="850494225" sldId="262"/>
            <ac:spMk id="18" creationId="{F1D45D5F-D2A4-C455-8729-660AEFA6E52F}"/>
          </ac:spMkLst>
        </pc:spChg>
        <pc:spChg chg="add mod">
          <ac:chgData name="Luis Miguel Gómez Del Cueto" userId="96bdf517-732e-4d81-a9c7-41d87206fa47" providerId="ADAL" clId="{58F8D4C3-BB60-4398-B156-8B23F19159D9}" dt="2025-07-02T15:21:34.884" v="1050" actId="20577"/>
          <ac:spMkLst>
            <pc:docMk/>
            <pc:sldMk cId="850494225" sldId="262"/>
            <ac:spMk id="19" creationId="{C49D0943-0353-F746-8147-7967FE5126CC}"/>
          </ac:spMkLst>
        </pc:spChg>
        <pc:spChg chg="add mod">
          <ac:chgData name="Luis Miguel Gómez Del Cueto" userId="96bdf517-732e-4d81-a9c7-41d87206fa47" providerId="ADAL" clId="{58F8D4C3-BB60-4398-B156-8B23F19159D9}" dt="2025-07-02T15:22:53.706" v="1112" actId="1076"/>
          <ac:spMkLst>
            <pc:docMk/>
            <pc:sldMk cId="850494225" sldId="262"/>
            <ac:spMk id="20" creationId="{601F53D1-FBA5-174D-0C10-3FD915D49399}"/>
          </ac:spMkLst>
        </pc:spChg>
        <pc:spChg chg="add mod">
          <ac:chgData name="Luis Miguel Gómez Del Cueto" userId="96bdf517-732e-4d81-a9c7-41d87206fa47" providerId="ADAL" clId="{58F8D4C3-BB60-4398-B156-8B23F19159D9}" dt="2025-07-02T15:22:56.223" v="1113" actId="1076"/>
          <ac:spMkLst>
            <pc:docMk/>
            <pc:sldMk cId="850494225" sldId="262"/>
            <ac:spMk id="21" creationId="{7C437EA4-B6D8-D096-9AC3-5E07C99CD275}"/>
          </ac:spMkLst>
        </pc:spChg>
        <pc:spChg chg="add mod">
          <ac:chgData name="Luis Miguel Gómez Del Cueto" userId="96bdf517-732e-4d81-a9c7-41d87206fa47" providerId="ADAL" clId="{58F8D4C3-BB60-4398-B156-8B23F19159D9}" dt="2025-07-02T15:23:03.215" v="1116" actId="1076"/>
          <ac:spMkLst>
            <pc:docMk/>
            <pc:sldMk cId="850494225" sldId="262"/>
            <ac:spMk id="22" creationId="{E92AEC6E-EE8F-5DA0-7E68-8565FC1C2A52}"/>
          </ac:spMkLst>
        </pc:spChg>
        <pc:spChg chg="add mod">
          <ac:chgData name="Luis Miguel Gómez Del Cueto" userId="96bdf517-732e-4d81-a9c7-41d87206fa47" providerId="ADAL" clId="{58F8D4C3-BB60-4398-B156-8B23F19159D9}" dt="2025-07-02T15:22:21.138" v="1107" actId="20577"/>
          <ac:spMkLst>
            <pc:docMk/>
            <pc:sldMk cId="850494225" sldId="262"/>
            <ac:spMk id="23" creationId="{4FAD4DBE-BB73-62DA-35A1-AE66C2382261}"/>
          </ac:spMkLst>
        </pc:spChg>
        <pc:spChg chg="add mod">
          <ac:chgData name="Luis Miguel Gómez Del Cueto" userId="96bdf517-732e-4d81-a9c7-41d87206fa47" providerId="ADAL" clId="{58F8D4C3-BB60-4398-B156-8B23F19159D9}" dt="2025-07-02T15:23:54.502" v="1141" actId="17032"/>
          <ac:spMkLst>
            <pc:docMk/>
            <pc:sldMk cId="850494225" sldId="262"/>
            <ac:spMk id="24" creationId="{554D4806-33FE-7438-5248-DC78D088AD18}"/>
          </ac:spMkLst>
        </pc:spChg>
      </pc:sldChg>
      <pc:sldChg chg="addSp delSp modSp new mod">
        <pc:chgData name="Luis Miguel Gómez Del Cueto" userId="96bdf517-732e-4d81-a9c7-41d87206fa47" providerId="ADAL" clId="{58F8D4C3-BB60-4398-B156-8B23F19159D9}" dt="2025-07-02T18:02:22.976" v="1242" actId="1076"/>
        <pc:sldMkLst>
          <pc:docMk/>
          <pc:sldMk cId="1788986694" sldId="263"/>
        </pc:sldMkLst>
        <pc:spChg chg="del">
          <ac:chgData name="Luis Miguel Gómez Del Cueto" userId="96bdf517-732e-4d81-a9c7-41d87206fa47" providerId="ADAL" clId="{58F8D4C3-BB60-4398-B156-8B23F19159D9}" dt="2025-07-02T17:58:13.688" v="1143" actId="478"/>
          <ac:spMkLst>
            <pc:docMk/>
            <pc:sldMk cId="1788986694" sldId="263"/>
            <ac:spMk id="2" creationId="{252947B4-BFDF-F8FC-BF72-C40668AB8A8C}"/>
          </ac:spMkLst>
        </pc:spChg>
        <pc:spChg chg="del">
          <ac:chgData name="Luis Miguel Gómez Del Cueto" userId="96bdf517-732e-4d81-a9c7-41d87206fa47" providerId="ADAL" clId="{58F8D4C3-BB60-4398-B156-8B23F19159D9}" dt="2025-07-02T17:58:15.585" v="1144" actId="478"/>
          <ac:spMkLst>
            <pc:docMk/>
            <pc:sldMk cId="1788986694" sldId="263"/>
            <ac:spMk id="3" creationId="{7695183D-B5BD-670E-5CF2-2B3D6A8067BD}"/>
          </ac:spMkLst>
        </pc:spChg>
        <pc:spChg chg="add mod">
          <ac:chgData name="Luis Miguel Gómez Del Cueto" userId="96bdf517-732e-4d81-a9c7-41d87206fa47" providerId="ADAL" clId="{58F8D4C3-BB60-4398-B156-8B23F19159D9}" dt="2025-07-02T17:58:43.967" v="1173" actId="1076"/>
          <ac:spMkLst>
            <pc:docMk/>
            <pc:sldMk cId="1788986694" sldId="263"/>
            <ac:spMk id="4" creationId="{E2E2B041-AEA1-4120-69E1-F7B5A31D3421}"/>
          </ac:spMkLst>
        </pc:spChg>
        <pc:spChg chg="add mod">
          <ac:chgData name="Luis Miguel Gómez Del Cueto" userId="96bdf517-732e-4d81-a9c7-41d87206fa47" providerId="ADAL" clId="{58F8D4C3-BB60-4398-B156-8B23F19159D9}" dt="2025-07-02T17:59:46.407" v="1203" actId="1076"/>
          <ac:spMkLst>
            <pc:docMk/>
            <pc:sldMk cId="1788986694" sldId="263"/>
            <ac:spMk id="5" creationId="{D9B61F8A-01F8-0BF1-B7C8-8658496F0F71}"/>
          </ac:spMkLst>
        </pc:spChg>
        <pc:spChg chg="add mod">
          <ac:chgData name="Luis Miguel Gómez Del Cueto" userId="96bdf517-732e-4d81-a9c7-41d87206fa47" providerId="ADAL" clId="{58F8D4C3-BB60-4398-B156-8B23F19159D9}" dt="2025-07-02T18:01:54.936" v="1235" actId="1076"/>
          <ac:spMkLst>
            <pc:docMk/>
            <pc:sldMk cId="1788986694" sldId="263"/>
            <ac:spMk id="25" creationId="{229389CF-DA46-B781-43B8-6E45DF8F6925}"/>
          </ac:spMkLst>
        </pc:spChg>
        <pc:spChg chg="add mod">
          <ac:chgData name="Luis Miguel Gómez Del Cueto" userId="96bdf517-732e-4d81-a9c7-41d87206fa47" providerId="ADAL" clId="{58F8D4C3-BB60-4398-B156-8B23F19159D9}" dt="2025-07-02T18:02:14.539" v="1240" actId="1076"/>
          <ac:spMkLst>
            <pc:docMk/>
            <pc:sldMk cId="1788986694" sldId="263"/>
            <ac:spMk id="26" creationId="{DA6C55E9-4F3D-CA37-8870-34B32D1128E4}"/>
          </ac:spMkLst>
        </pc:spChg>
        <pc:spChg chg="add mod">
          <ac:chgData name="Luis Miguel Gómez Del Cueto" userId="96bdf517-732e-4d81-a9c7-41d87206fa47" providerId="ADAL" clId="{58F8D4C3-BB60-4398-B156-8B23F19159D9}" dt="2025-07-02T18:02:22.976" v="1242" actId="1076"/>
          <ac:spMkLst>
            <pc:docMk/>
            <pc:sldMk cId="1788986694" sldId="263"/>
            <ac:spMk id="27" creationId="{6AC78674-8F7F-5135-9C2B-8AA54B7E32D7}"/>
          </ac:spMkLst>
        </pc:spChg>
        <pc:cxnChg chg="add mod">
          <ac:chgData name="Luis Miguel Gómez Del Cueto" userId="96bdf517-732e-4d81-a9c7-41d87206fa47" providerId="ADAL" clId="{58F8D4C3-BB60-4398-B156-8B23F19159D9}" dt="2025-07-02T18:00:16.904" v="1211" actId="14100"/>
          <ac:cxnSpMkLst>
            <pc:docMk/>
            <pc:sldMk cId="1788986694" sldId="263"/>
            <ac:cxnSpMk id="7" creationId="{F358B1D8-D0C2-63F2-4D32-C0679F978EFE}"/>
          </ac:cxnSpMkLst>
        </pc:cxnChg>
        <pc:cxnChg chg="add mod">
          <ac:chgData name="Luis Miguel Gómez Del Cueto" userId="96bdf517-732e-4d81-a9c7-41d87206fa47" providerId="ADAL" clId="{58F8D4C3-BB60-4398-B156-8B23F19159D9}" dt="2025-07-02T18:00:19.553" v="1212" actId="14100"/>
          <ac:cxnSpMkLst>
            <pc:docMk/>
            <pc:sldMk cId="1788986694" sldId="263"/>
            <ac:cxnSpMk id="8" creationId="{AD6A208C-5ED2-F5A8-C108-E314943A90C4}"/>
          </ac:cxnSpMkLst>
        </pc:cxnChg>
        <pc:cxnChg chg="add mod">
          <ac:chgData name="Luis Miguel Gómez Del Cueto" userId="96bdf517-732e-4d81-a9c7-41d87206fa47" providerId="ADAL" clId="{58F8D4C3-BB60-4398-B156-8B23F19159D9}" dt="2025-07-02T17:59:58.262" v="1206" actId="17032"/>
          <ac:cxnSpMkLst>
            <pc:docMk/>
            <pc:sldMk cId="1788986694" sldId="263"/>
            <ac:cxnSpMk id="12" creationId="{9D89D405-3D64-C0FE-684E-28D9BA91F7BE}"/>
          </ac:cxnSpMkLst>
        </pc:cxnChg>
        <pc:cxnChg chg="add mod">
          <ac:chgData name="Luis Miguel Gómez Del Cueto" userId="96bdf517-732e-4d81-a9c7-41d87206fa47" providerId="ADAL" clId="{58F8D4C3-BB60-4398-B156-8B23F19159D9}" dt="2025-07-02T18:00:02.319" v="1208" actId="1076"/>
          <ac:cxnSpMkLst>
            <pc:docMk/>
            <pc:sldMk cId="1788986694" sldId="263"/>
            <ac:cxnSpMk id="14" creationId="{33394CDB-1B18-CC62-B60F-EEAE3B3AE290}"/>
          </ac:cxnSpMkLst>
        </pc:cxnChg>
        <pc:cxnChg chg="add mod">
          <ac:chgData name="Luis Miguel Gómez Del Cueto" userId="96bdf517-732e-4d81-a9c7-41d87206fa47" providerId="ADAL" clId="{58F8D4C3-BB60-4398-B156-8B23F19159D9}" dt="2025-07-02T18:00:49.419" v="1225" actId="1076"/>
          <ac:cxnSpMkLst>
            <pc:docMk/>
            <pc:sldMk cId="1788986694" sldId="263"/>
            <ac:cxnSpMk id="15" creationId="{1134F9D7-706E-3293-C5AB-820B24232E6F}"/>
          </ac:cxnSpMkLst>
        </pc:cxnChg>
        <pc:cxnChg chg="add mod">
          <ac:chgData name="Luis Miguel Gómez Del Cueto" userId="96bdf517-732e-4d81-a9c7-41d87206fa47" providerId="ADAL" clId="{58F8D4C3-BB60-4398-B156-8B23F19159D9}" dt="2025-07-02T18:00:34.906" v="1219" actId="1076"/>
          <ac:cxnSpMkLst>
            <pc:docMk/>
            <pc:sldMk cId="1788986694" sldId="263"/>
            <ac:cxnSpMk id="18" creationId="{10EDA1CC-1631-13B0-6398-CCBE73A11CF7}"/>
          </ac:cxnSpMkLst>
        </pc:cxnChg>
        <pc:cxnChg chg="add mod">
          <ac:chgData name="Luis Miguel Gómez Del Cueto" userId="96bdf517-732e-4d81-a9c7-41d87206fa47" providerId="ADAL" clId="{58F8D4C3-BB60-4398-B156-8B23F19159D9}" dt="2025-07-02T18:00:42.375" v="1221" actId="1076"/>
          <ac:cxnSpMkLst>
            <pc:docMk/>
            <pc:sldMk cId="1788986694" sldId="263"/>
            <ac:cxnSpMk id="22" creationId="{4A88A16F-840A-D6F4-2763-F6D4BC49F7FD}"/>
          </ac:cxnSpMkLst>
        </pc:cxnChg>
        <pc:cxnChg chg="add mod">
          <ac:chgData name="Luis Miguel Gómez Del Cueto" userId="96bdf517-732e-4d81-a9c7-41d87206fa47" providerId="ADAL" clId="{58F8D4C3-BB60-4398-B156-8B23F19159D9}" dt="2025-07-02T18:00:47.391" v="1224" actId="1076"/>
          <ac:cxnSpMkLst>
            <pc:docMk/>
            <pc:sldMk cId="1788986694" sldId="263"/>
            <ac:cxnSpMk id="23" creationId="{A8C57162-E719-D3F2-5748-4431EBF2B82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6BBE3-C79E-6D77-B1C3-5BCF5F89C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807A54-D58D-2393-FEC8-549C59292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A27856-97DA-0FAA-D580-1C8E3AB4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DB88A-C987-4AC3-8C06-29AFE2914EB7}" type="datetimeFigureOut">
              <a:rPr lang="es-ES" smtClean="0"/>
              <a:t>02/07/2025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8E7383-208B-8F81-566F-D01A1AA9A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52F17B-0906-4FD2-8780-C71AA64E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D91E-A4E6-4CA3-B689-D6D211469F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039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AC5BF-41B2-AE22-9C97-259D7143F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D001FB-FF19-C621-5CE0-018B26B66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B91247-CF05-2908-A7CB-E1FDA5D51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DB88A-C987-4AC3-8C06-29AFE2914EB7}" type="datetimeFigureOut">
              <a:rPr lang="es-ES" smtClean="0"/>
              <a:t>02/07/2025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20C19C-22BF-5FC7-7259-4CCB6995A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DAD0F7-378D-21C0-67AA-2BDFA50A7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D91E-A4E6-4CA3-B689-D6D211469F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1545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CB0C6-4A4E-A534-21C5-98211FC56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A72907-056B-C6F1-4186-A32F5A26A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D22044-4438-F743-6A4A-7026D0D18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DB88A-C987-4AC3-8C06-29AFE2914EB7}" type="datetimeFigureOut">
              <a:rPr lang="es-ES" smtClean="0"/>
              <a:t>02/07/2025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429927-4F55-C736-8B51-060FE1B6F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CFEB32-1AC8-E7C1-7790-AFB1210C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D91E-A4E6-4CA3-B689-D6D211469F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522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2AEB5-507A-4321-4B96-4CC99882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60C20D-BEC1-1A3D-40FC-30F8F65DC3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CF3CA8-C0BF-9802-7814-1A66C2CBD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BCDB96-5CBA-6EB5-EB55-FFE8ABA82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DB88A-C987-4AC3-8C06-29AFE2914EB7}" type="datetimeFigureOut">
              <a:rPr lang="es-ES" smtClean="0"/>
              <a:t>02/07/2025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65AEEE-B872-C19B-E107-EC4552A07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437706-B31A-29E9-223E-6FDC0EF1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D91E-A4E6-4CA3-B689-D6D211469F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1233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AAFE9-D7A0-02FE-5349-FA1AB55D1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FFC1C2-D96C-8C84-2CE4-762A984A9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4E566F-C656-99C8-D135-BC27131FF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AF86FF4-4FC3-A12A-5407-87D3BDA81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C6C0BA-EB4D-03D8-A3E0-7ED605D2AE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73299A6-A870-3D99-0AC4-CA9904AE5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DB88A-C987-4AC3-8C06-29AFE2914EB7}" type="datetimeFigureOut">
              <a:rPr lang="es-ES" smtClean="0"/>
              <a:t>02/07/2025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80E6F63-A6BE-659A-AE57-FD69A986D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63440E7-B3F8-A6A6-5166-0507936BE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D91E-A4E6-4CA3-B689-D6D211469F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1315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14B1C-839B-1C3B-38F7-D2EB51050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9A3551C-9FAD-99DB-C042-8DFC88D58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DB88A-C987-4AC3-8C06-29AFE2914EB7}" type="datetimeFigureOut">
              <a:rPr lang="es-ES" smtClean="0"/>
              <a:t>02/07/2025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FE1F30-8BDB-796C-E01E-A17A5F14B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A78A83-9133-D467-CC88-B54AC407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D91E-A4E6-4CA3-B689-D6D211469F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786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F08A71-3433-39D7-B1BC-84BCED1A9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DB88A-C987-4AC3-8C06-29AFE2914EB7}" type="datetimeFigureOut">
              <a:rPr lang="es-ES" smtClean="0"/>
              <a:t>02/07/2025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3FB922E-B785-E9F2-6C60-00C459499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9B3688-391B-AFB8-425B-A6EBD9E26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D91E-A4E6-4CA3-B689-D6D211469F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127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25F2B-6ED6-8309-A41C-3C02AF237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3B2464-271B-AD2D-A7AF-4299396B4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0E8054-DDC2-CE23-4358-CDFE20C37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54B5C3-583A-3DD9-45FA-F030C9A47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DB88A-C987-4AC3-8C06-29AFE2914EB7}" type="datetimeFigureOut">
              <a:rPr lang="es-ES" smtClean="0"/>
              <a:t>02/07/2025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B738FE-FE7C-0E22-7EE2-19DBCFD61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CAC656-BFC0-AD54-8423-18976B16D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D91E-A4E6-4CA3-B689-D6D211469F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090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01F9A-6739-E1E6-4D1D-068FEA12F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7CDDB43-0D86-5B75-51CD-57379B807B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E7AE895-6779-C2F3-0228-D7F7A3ABC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F2EFCB-8103-DDC0-E930-11077FD5C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DB88A-C987-4AC3-8C06-29AFE2914EB7}" type="datetimeFigureOut">
              <a:rPr lang="es-ES" smtClean="0"/>
              <a:t>02/07/2025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31CBB7-D2C6-17C1-2FAC-A3AF68A46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B28D3F-6E95-FD9C-8646-228E4924A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D91E-A4E6-4CA3-B689-D6D211469F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4973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AE0A7-1A8D-FAB5-24B3-D5E31431B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C743C86-9309-AF42-AECF-F16F1642F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7FE9C7-FD11-E5A0-021E-17E6640C0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DB88A-C987-4AC3-8C06-29AFE2914EB7}" type="datetimeFigureOut">
              <a:rPr lang="es-ES" smtClean="0"/>
              <a:t>02/07/2025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46CDAF-F859-8340-54DE-22A9524C4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3AD5B4-C593-DE44-F829-B017BFFB9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D91E-A4E6-4CA3-B689-D6D211469F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6562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AFD5600-F91E-BDC3-D95A-BDAA51A079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FA8541-5EC2-4FA2-1A3C-CFEAE17C2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934772-0C65-02DE-F8FF-517319566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DB88A-C987-4AC3-8C06-29AFE2914EB7}" type="datetimeFigureOut">
              <a:rPr lang="es-ES" smtClean="0"/>
              <a:t>02/07/2025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B83393-84F1-DDE7-63F9-05DA10D1F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F09837-4F99-38CD-6ECA-B8E97605C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D91E-A4E6-4CA3-B689-D6D211469F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4334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D3228AE-DC55-59C0-FE59-C83370810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59045E-B9E0-5E1D-92AE-17A1684F5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67B32C-F336-2C90-3706-DFB2C1365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9DB88A-C987-4AC3-8C06-29AFE2914EB7}" type="datetimeFigureOut">
              <a:rPr lang="es-ES" smtClean="0"/>
              <a:t>02/07/2025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A063FE-FC12-5504-B071-F29C65D5A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BAABC4-7E8A-D199-56CD-56668B90C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BD91E-A4E6-4CA3-B689-D6D211469F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665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0084F12-0741-7A56-84FC-6D6C24C1CF55}"/>
              </a:ext>
            </a:extLst>
          </p:cNvPr>
          <p:cNvSpPr/>
          <p:nvPr/>
        </p:nvSpPr>
        <p:spPr>
          <a:xfrm>
            <a:off x="414068" y="181155"/>
            <a:ext cx="11343736" cy="64956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B260266-C95F-C876-3A77-8DF92A6E12E2}"/>
              </a:ext>
            </a:extLst>
          </p:cNvPr>
          <p:cNvSpPr/>
          <p:nvPr/>
        </p:nvSpPr>
        <p:spPr>
          <a:xfrm>
            <a:off x="9998015" y="293298"/>
            <a:ext cx="1618889" cy="5348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Modo C/O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C5F6DA-9FB1-710A-24B5-BAE3FA9FF8C8}"/>
              </a:ext>
            </a:extLst>
          </p:cNvPr>
          <p:cNvSpPr/>
          <p:nvPr/>
        </p:nvSpPr>
        <p:spPr>
          <a:xfrm>
            <a:off x="3157270" y="1377352"/>
            <a:ext cx="1682149" cy="3134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</a:t>
            </a:r>
            <a:r>
              <a:rPr lang="es-ES" dirty="0" err="1"/>
              <a:t>simbolo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6F2948A-D08A-67FF-3DB1-D98BF7AAD164}"/>
              </a:ext>
            </a:extLst>
          </p:cNvPr>
          <p:cNvSpPr/>
          <p:nvPr/>
        </p:nvSpPr>
        <p:spPr>
          <a:xfrm>
            <a:off x="4977441" y="1377352"/>
            <a:ext cx="1222076" cy="3134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Símbolo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A029633-712C-A4C2-9A4A-C1F377F76541}"/>
              </a:ext>
            </a:extLst>
          </p:cNvPr>
          <p:cNvSpPr/>
          <p:nvPr/>
        </p:nvSpPr>
        <p:spPr>
          <a:xfrm>
            <a:off x="6376358" y="1377352"/>
            <a:ext cx="1222076" cy="3134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Suscribir</a:t>
            </a:r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015BDB61-E5F5-ED6A-A734-B2E4881D1246}"/>
              </a:ext>
            </a:extLst>
          </p:cNvPr>
          <p:cNvSpPr/>
          <p:nvPr/>
        </p:nvSpPr>
        <p:spPr>
          <a:xfrm>
            <a:off x="4675516" y="1457865"/>
            <a:ext cx="125083" cy="17252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0EB90EC1-8BDE-857C-1F02-346465B2223F}"/>
              </a:ext>
            </a:extLst>
          </p:cNvPr>
          <p:cNvSpPr/>
          <p:nvPr/>
        </p:nvSpPr>
        <p:spPr>
          <a:xfrm>
            <a:off x="6023394" y="1457865"/>
            <a:ext cx="125083" cy="17252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CE2219A-6AAF-4E6F-F15B-859C74871762}"/>
              </a:ext>
            </a:extLst>
          </p:cNvPr>
          <p:cNvSpPr/>
          <p:nvPr/>
        </p:nvSpPr>
        <p:spPr>
          <a:xfrm>
            <a:off x="1061048" y="2363638"/>
            <a:ext cx="2976113" cy="20272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Grafico 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8708463-8CE9-6BCF-C7A6-386728B38916}"/>
              </a:ext>
            </a:extLst>
          </p:cNvPr>
          <p:cNvSpPr/>
          <p:nvPr/>
        </p:nvSpPr>
        <p:spPr>
          <a:xfrm>
            <a:off x="4607943" y="2363638"/>
            <a:ext cx="2976113" cy="20272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Grafico 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A7ABBFA-DF11-61AF-E147-5DCB00843199}"/>
              </a:ext>
            </a:extLst>
          </p:cNvPr>
          <p:cNvSpPr/>
          <p:nvPr/>
        </p:nvSpPr>
        <p:spPr>
          <a:xfrm>
            <a:off x="8154838" y="2363637"/>
            <a:ext cx="2976113" cy="20272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Grafico 3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1D45D5F-D2A4-C455-8729-660AEFA6E52F}"/>
              </a:ext>
            </a:extLst>
          </p:cNvPr>
          <p:cNvSpPr txBox="1"/>
          <p:nvPr/>
        </p:nvSpPr>
        <p:spPr>
          <a:xfrm>
            <a:off x="629729" y="1994305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Acciones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49D0943-0353-F746-8147-7967FE5126CC}"/>
              </a:ext>
            </a:extLst>
          </p:cNvPr>
          <p:cNvSpPr txBox="1"/>
          <p:nvPr/>
        </p:nvSpPr>
        <p:spPr>
          <a:xfrm>
            <a:off x="629728" y="4494364"/>
            <a:ext cx="1744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Criptomonedas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01F53D1-FBA5-174D-0C10-3FD915D49399}"/>
              </a:ext>
            </a:extLst>
          </p:cNvPr>
          <p:cNvSpPr txBox="1"/>
          <p:nvPr/>
        </p:nvSpPr>
        <p:spPr>
          <a:xfrm>
            <a:off x="629728" y="5112753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Divisas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C437EA4-B6D8-D096-9AC3-5E07C99CD275}"/>
              </a:ext>
            </a:extLst>
          </p:cNvPr>
          <p:cNvSpPr txBox="1"/>
          <p:nvPr/>
        </p:nvSpPr>
        <p:spPr>
          <a:xfrm>
            <a:off x="2288336" y="479996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…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92AEC6E-EE8F-5DA0-7E68-8565FC1C2A52}"/>
              </a:ext>
            </a:extLst>
          </p:cNvPr>
          <p:cNvSpPr txBox="1"/>
          <p:nvPr/>
        </p:nvSpPr>
        <p:spPr>
          <a:xfrm>
            <a:off x="2284740" y="539375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…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FAD4DBE-BB73-62DA-35A1-AE66C2382261}"/>
              </a:ext>
            </a:extLst>
          </p:cNvPr>
          <p:cNvSpPr txBox="1"/>
          <p:nvPr/>
        </p:nvSpPr>
        <p:spPr>
          <a:xfrm>
            <a:off x="575096" y="349066"/>
            <a:ext cx="3509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Monitor de precios en tiempo real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54D4806-33FE-7438-5248-DC78D088AD18}"/>
              </a:ext>
            </a:extLst>
          </p:cNvPr>
          <p:cNvSpPr/>
          <p:nvPr/>
        </p:nvSpPr>
        <p:spPr>
          <a:xfrm>
            <a:off x="414068" y="5848350"/>
            <a:ext cx="11343736" cy="82849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Consola </a:t>
            </a:r>
            <a:r>
              <a:rPr lang="es-ES" dirty="0" err="1"/>
              <a:t>Websocket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50494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0314B54-B2D4-22CE-D29D-1F86948215A3}"/>
              </a:ext>
            </a:extLst>
          </p:cNvPr>
          <p:cNvSpPr/>
          <p:nvPr/>
        </p:nvSpPr>
        <p:spPr>
          <a:xfrm>
            <a:off x="3234905" y="1323975"/>
            <a:ext cx="1268083" cy="7073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Cliente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6C76305-89D5-A563-3D49-3566983D9348}"/>
              </a:ext>
            </a:extLst>
          </p:cNvPr>
          <p:cNvSpPr/>
          <p:nvPr/>
        </p:nvSpPr>
        <p:spPr>
          <a:xfrm>
            <a:off x="5358441" y="1323975"/>
            <a:ext cx="1268083" cy="7073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Proxy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E234E95-F43F-F481-D8F4-7F2A49EDAF5C}"/>
              </a:ext>
            </a:extLst>
          </p:cNvPr>
          <p:cNvSpPr/>
          <p:nvPr/>
        </p:nvSpPr>
        <p:spPr>
          <a:xfrm>
            <a:off x="7481977" y="1323975"/>
            <a:ext cx="1268083" cy="7073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Servidor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370A59C-3C79-B7A3-7630-38445DA94786}"/>
              </a:ext>
            </a:extLst>
          </p:cNvPr>
          <p:cNvSpPr/>
          <p:nvPr/>
        </p:nvSpPr>
        <p:spPr>
          <a:xfrm>
            <a:off x="2078221" y="3379398"/>
            <a:ext cx="1268083" cy="7073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Cliente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4573025-EB0B-79C7-3701-E9A7223132A1}"/>
              </a:ext>
            </a:extLst>
          </p:cNvPr>
          <p:cNvSpPr/>
          <p:nvPr/>
        </p:nvSpPr>
        <p:spPr>
          <a:xfrm>
            <a:off x="4185967" y="3383711"/>
            <a:ext cx="1268083" cy="7073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Forward Proxy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8A764AB-784B-FC04-7960-85218CBAA859}"/>
              </a:ext>
            </a:extLst>
          </p:cNvPr>
          <p:cNvSpPr/>
          <p:nvPr/>
        </p:nvSpPr>
        <p:spPr>
          <a:xfrm>
            <a:off x="8653063" y="3379398"/>
            <a:ext cx="1268083" cy="7073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Servidor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547F811-E69A-9564-E1A3-1D572A8CD88E}"/>
              </a:ext>
            </a:extLst>
          </p:cNvPr>
          <p:cNvSpPr/>
          <p:nvPr/>
        </p:nvSpPr>
        <p:spPr>
          <a:xfrm>
            <a:off x="2078221" y="5442549"/>
            <a:ext cx="1268083" cy="7073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Cliente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ECEE779-056D-915D-1C16-895026F843EB}"/>
              </a:ext>
            </a:extLst>
          </p:cNvPr>
          <p:cNvSpPr/>
          <p:nvPr/>
        </p:nvSpPr>
        <p:spPr>
          <a:xfrm>
            <a:off x="6529591" y="5442549"/>
            <a:ext cx="1268083" cy="7073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Reverse proxy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2C3CD5A-257B-FAC1-BB5D-B7EF5C1C3D91}"/>
              </a:ext>
            </a:extLst>
          </p:cNvPr>
          <p:cNvSpPr/>
          <p:nvPr/>
        </p:nvSpPr>
        <p:spPr>
          <a:xfrm>
            <a:off x="8653063" y="5442549"/>
            <a:ext cx="1268083" cy="7073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Servidor</a:t>
            </a:r>
          </a:p>
        </p:txBody>
      </p:sp>
      <p:sp>
        <p:nvSpPr>
          <p:cNvPr id="13" name="Nube 12">
            <a:extLst>
              <a:ext uri="{FF2B5EF4-FFF2-40B4-BE49-F238E27FC236}">
                <a16:creationId xmlns:a16="http://schemas.microsoft.com/office/drawing/2014/main" id="{BA8CE0A3-F65B-19B6-E3AB-13EBE7753049}"/>
              </a:ext>
            </a:extLst>
          </p:cNvPr>
          <p:cNvSpPr/>
          <p:nvPr/>
        </p:nvSpPr>
        <p:spPr>
          <a:xfrm>
            <a:off x="6293713" y="3284777"/>
            <a:ext cx="1519687" cy="904336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Internet</a:t>
            </a:r>
          </a:p>
        </p:txBody>
      </p:sp>
      <p:sp>
        <p:nvSpPr>
          <p:cNvPr id="14" name="Nube 13">
            <a:extLst>
              <a:ext uri="{FF2B5EF4-FFF2-40B4-BE49-F238E27FC236}">
                <a16:creationId xmlns:a16="http://schemas.microsoft.com/office/drawing/2014/main" id="{79ACB553-DF53-F03F-0987-1896C57B41A8}"/>
              </a:ext>
            </a:extLst>
          </p:cNvPr>
          <p:cNvSpPr/>
          <p:nvPr/>
        </p:nvSpPr>
        <p:spPr>
          <a:xfrm>
            <a:off x="4154515" y="5344064"/>
            <a:ext cx="1519687" cy="904336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Internet</a:t>
            </a:r>
          </a:p>
        </p:txBody>
      </p:sp>
      <p:sp>
        <p:nvSpPr>
          <p:cNvPr id="22" name="Flecha: curvada hacia la derecha 21">
            <a:extLst>
              <a:ext uri="{FF2B5EF4-FFF2-40B4-BE49-F238E27FC236}">
                <a16:creationId xmlns:a16="http://schemas.microsoft.com/office/drawing/2014/main" id="{BFB7801F-9022-C2A7-D30B-55AB9D4D5CAD}"/>
              </a:ext>
            </a:extLst>
          </p:cNvPr>
          <p:cNvSpPr/>
          <p:nvPr/>
        </p:nvSpPr>
        <p:spPr>
          <a:xfrm rot="5400000">
            <a:off x="4849445" y="1177244"/>
            <a:ext cx="162535" cy="713858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4" name="Flecha: curvada hacia la derecha 23">
            <a:extLst>
              <a:ext uri="{FF2B5EF4-FFF2-40B4-BE49-F238E27FC236}">
                <a16:creationId xmlns:a16="http://schemas.microsoft.com/office/drawing/2014/main" id="{4642C788-96D4-7993-32A4-D7CECD745746}"/>
              </a:ext>
            </a:extLst>
          </p:cNvPr>
          <p:cNvSpPr/>
          <p:nvPr/>
        </p:nvSpPr>
        <p:spPr>
          <a:xfrm rot="16200000">
            <a:off x="4849446" y="1502639"/>
            <a:ext cx="162535" cy="713858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5" name="Flecha: curvada hacia la derecha 24">
            <a:extLst>
              <a:ext uri="{FF2B5EF4-FFF2-40B4-BE49-F238E27FC236}">
                <a16:creationId xmlns:a16="http://schemas.microsoft.com/office/drawing/2014/main" id="{E0EC730B-1DBB-54AC-3098-84871E1E0650}"/>
              </a:ext>
            </a:extLst>
          </p:cNvPr>
          <p:cNvSpPr/>
          <p:nvPr/>
        </p:nvSpPr>
        <p:spPr>
          <a:xfrm rot="5400000">
            <a:off x="6972982" y="1177242"/>
            <a:ext cx="162535" cy="713858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6" name="Flecha: curvada hacia la derecha 25">
            <a:extLst>
              <a:ext uri="{FF2B5EF4-FFF2-40B4-BE49-F238E27FC236}">
                <a16:creationId xmlns:a16="http://schemas.microsoft.com/office/drawing/2014/main" id="{2C47BFFD-8335-64A3-0191-FF55D0E9E742}"/>
              </a:ext>
            </a:extLst>
          </p:cNvPr>
          <p:cNvSpPr/>
          <p:nvPr/>
        </p:nvSpPr>
        <p:spPr>
          <a:xfrm rot="16200000">
            <a:off x="6972983" y="1502637"/>
            <a:ext cx="162535" cy="713858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7" name="Flecha: curvada hacia la derecha 26">
            <a:extLst>
              <a:ext uri="{FF2B5EF4-FFF2-40B4-BE49-F238E27FC236}">
                <a16:creationId xmlns:a16="http://schemas.microsoft.com/office/drawing/2014/main" id="{4711D64A-75B9-C4E5-B09C-05C5BD602D14}"/>
              </a:ext>
            </a:extLst>
          </p:cNvPr>
          <p:cNvSpPr/>
          <p:nvPr/>
        </p:nvSpPr>
        <p:spPr>
          <a:xfrm rot="5400000">
            <a:off x="3684866" y="3213455"/>
            <a:ext cx="162535" cy="713858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8" name="Flecha: curvada hacia la derecha 27">
            <a:extLst>
              <a:ext uri="{FF2B5EF4-FFF2-40B4-BE49-F238E27FC236}">
                <a16:creationId xmlns:a16="http://schemas.microsoft.com/office/drawing/2014/main" id="{4DF11330-8441-8BE0-4F63-79919E5936BE}"/>
              </a:ext>
            </a:extLst>
          </p:cNvPr>
          <p:cNvSpPr/>
          <p:nvPr/>
        </p:nvSpPr>
        <p:spPr>
          <a:xfrm rot="16200000">
            <a:off x="3684867" y="3538850"/>
            <a:ext cx="162535" cy="713858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9" name="Flecha: curvada hacia la derecha 28">
            <a:extLst>
              <a:ext uri="{FF2B5EF4-FFF2-40B4-BE49-F238E27FC236}">
                <a16:creationId xmlns:a16="http://schemas.microsoft.com/office/drawing/2014/main" id="{82438805-D94E-F512-DE92-C8C128AFDB30}"/>
              </a:ext>
            </a:extLst>
          </p:cNvPr>
          <p:cNvSpPr/>
          <p:nvPr/>
        </p:nvSpPr>
        <p:spPr>
          <a:xfrm rot="5400000">
            <a:off x="8144101" y="5280921"/>
            <a:ext cx="162535" cy="713858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0" name="Flecha: curvada hacia la derecha 29">
            <a:extLst>
              <a:ext uri="{FF2B5EF4-FFF2-40B4-BE49-F238E27FC236}">
                <a16:creationId xmlns:a16="http://schemas.microsoft.com/office/drawing/2014/main" id="{FCA2F0F5-C527-7FAE-81F3-29BB3C2DC14E}"/>
              </a:ext>
            </a:extLst>
          </p:cNvPr>
          <p:cNvSpPr/>
          <p:nvPr/>
        </p:nvSpPr>
        <p:spPr>
          <a:xfrm rot="16200000">
            <a:off x="8144102" y="5606316"/>
            <a:ext cx="162535" cy="713858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1" name="Flecha: curvada hacia la derecha 30">
            <a:extLst>
              <a:ext uri="{FF2B5EF4-FFF2-40B4-BE49-F238E27FC236}">
                <a16:creationId xmlns:a16="http://schemas.microsoft.com/office/drawing/2014/main" id="{DE5711E4-B1BA-6050-FEA2-9C23A51B590F}"/>
              </a:ext>
            </a:extLst>
          </p:cNvPr>
          <p:cNvSpPr/>
          <p:nvPr/>
        </p:nvSpPr>
        <p:spPr>
          <a:xfrm rot="5400000">
            <a:off x="6976760" y="2029312"/>
            <a:ext cx="145731" cy="3065344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2" name="Flecha: curvada hacia la derecha 31">
            <a:extLst>
              <a:ext uri="{FF2B5EF4-FFF2-40B4-BE49-F238E27FC236}">
                <a16:creationId xmlns:a16="http://schemas.microsoft.com/office/drawing/2014/main" id="{09BCC954-D984-1F01-2B17-240D86B4D51B}"/>
              </a:ext>
            </a:extLst>
          </p:cNvPr>
          <p:cNvSpPr/>
          <p:nvPr/>
        </p:nvSpPr>
        <p:spPr>
          <a:xfrm rot="16200000">
            <a:off x="6976760" y="2354703"/>
            <a:ext cx="145734" cy="3065346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5" name="Flecha: curvada hacia la derecha 34">
            <a:extLst>
              <a:ext uri="{FF2B5EF4-FFF2-40B4-BE49-F238E27FC236}">
                <a16:creationId xmlns:a16="http://schemas.microsoft.com/office/drawing/2014/main" id="{A6032493-D6E0-24A5-CB57-4DE2773975C3}"/>
              </a:ext>
            </a:extLst>
          </p:cNvPr>
          <p:cNvSpPr/>
          <p:nvPr/>
        </p:nvSpPr>
        <p:spPr>
          <a:xfrm rot="5400000">
            <a:off x="4853285" y="4113582"/>
            <a:ext cx="145731" cy="3065344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6" name="Flecha: curvada hacia la derecha 35">
            <a:extLst>
              <a:ext uri="{FF2B5EF4-FFF2-40B4-BE49-F238E27FC236}">
                <a16:creationId xmlns:a16="http://schemas.microsoft.com/office/drawing/2014/main" id="{64C98D0D-0A46-48EB-41DE-7175DB336011}"/>
              </a:ext>
            </a:extLst>
          </p:cNvPr>
          <p:cNvSpPr/>
          <p:nvPr/>
        </p:nvSpPr>
        <p:spPr>
          <a:xfrm rot="16200000">
            <a:off x="4853285" y="4438973"/>
            <a:ext cx="145734" cy="3065346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DCE93BE-65DD-071D-D5F6-C440D0F3EAE0}"/>
              </a:ext>
            </a:extLst>
          </p:cNvPr>
          <p:cNvSpPr txBox="1"/>
          <p:nvPr/>
        </p:nvSpPr>
        <p:spPr>
          <a:xfrm>
            <a:off x="1712886" y="759173"/>
            <a:ext cx="1775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Caso abstracto: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AC7F02A-C98D-ECE8-AD3B-930CFDEAC2B8}"/>
              </a:ext>
            </a:extLst>
          </p:cNvPr>
          <p:cNvSpPr txBox="1"/>
          <p:nvPr/>
        </p:nvSpPr>
        <p:spPr>
          <a:xfrm>
            <a:off x="1712886" y="2814596"/>
            <a:ext cx="3044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Caso concreto: proxy directo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7452FD0A-039D-1DD6-B804-4AD0435C0D6D}"/>
              </a:ext>
            </a:extLst>
          </p:cNvPr>
          <p:cNvSpPr txBox="1"/>
          <p:nvPr/>
        </p:nvSpPr>
        <p:spPr>
          <a:xfrm>
            <a:off x="1712886" y="4867279"/>
            <a:ext cx="305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Caso concreto: proxy inverso</a:t>
            </a:r>
          </a:p>
        </p:txBody>
      </p:sp>
    </p:spTree>
    <p:extLst>
      <p:ext uri="{BB962C8B-B14F-4D97-AF65-F5344CB8AC3E}">
        <p14:creationId xmlns:p14="http://schemas.microsoft.com/office/powerpoint/2010/main" val="3250446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ángulo 82">
            <a:extLst>
              <a:ext uri="{FF2B5EF4-FFF2-40B4-BE49-F238E27FC236}">
                <a16:creationId xmlns:a16="http://schemas.microsoft.com/office/drawing/2014/main" id="{98D95C48-C3F1-B033-7186-D489828F5E5E}"/>
              </a:ext>
            </a:extLst>
          </p:cNvPr>
          <p:cNvSpPr/>
          <p:nvPr/>
        </p:nvSpPr>
        <p:spPr>
          <a:xfrm>
            <a:off x="1501504" y="358140"/>
            <a:ext cx="9113520" cy="57454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40337578-3404-2190-4CDE-A447ED7A48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4" t="3737" r="1627"/>
          <a:stretch>
            <a:fillRect/>
          </a:stretch>
        </p:blipFill>
        <p:spPr>
          <a:xfrm>
            <a:off x="1616703" y="802446"/>
            <a:ext cx="524782" cy="327854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801D0628-94AB-2AC7-2697-B8B9193A63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7" t="1389" r="709" b="260"/>
          <a:stretch>
            <a:fillRect/>
          </a:stretch>
        </p:blipFill>
        <p:spPr>
          <a:xfrm>
            <a:off x="7905526" y="802446"/>
            <a:ext cx="2404193" cy="954584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7DA9FC7A-8327-A75A-B984-81CCB690F9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44" r="823" b="1497"/>
          <a:stretch>
            <a:fillRect/>
          </a:stretch>
        </p:blipFill>
        <p:spPr>
          <a:xfrm>
            <a:off x="7905526" y="3464209"/>
            <a:ext cx="2308578" cy="544896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1040D040-4F8D-4AC0-C995-948F04577F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5" t="1748" r="943" b="1748"/>
          <a:stretch>
            <a:fillRect/>
          </a:stretch>
        </p:blipFill>
        <p:spPr>
          <a:xfrm>
            <a:off x="3578586" y="3464209"/>
            <a:ext cx="2936210" cy="875448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FC2053A6-AF54-2382-0951-C9D154AD219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51" t="2334" r="2245"/>
          <a:stretch>
            <a:fillRect/>
          </a:stretch>
        </p:blipFill>
        <p:spPr>
          <a:xfrm>
            <a:off x="7905526" y="5038072"/>
            <a:ext cx="1619385" cy="625499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19979601-4F16-CDAC-DAB3-605CA7CAFBC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45" t="1620" r="1233" b="2157"/>
          <a:stretch>
            <a:fillRect/>
          </a:stretch>
        </p:blipFill>
        <p:spPr>
          <a:xfrm>
            <a:off x="4120457" y="5038072"/>
            <a:ext cx="1852467" cy="978147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FD602D85-1083-7D7E-3E12-199FCCCA191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23" t="1503" r="811"/>
          <a:stretch>
            <a:fillRect/>
          </a:stretch>
        </p:blipFill>
        <p:spPr>
          <a:xfrm>
            <a:off x="3080134" y="802446"/>
            <a:ext cx="3933115" cy="1963348"/>
          </a:xfrm>
          <a:prstGeom prst="rect">
            <a:avLst/>
          </a:prstGeom>
        </p:spPr>
      </p:pic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E0D4C07C-DC6C-1165-F178-46CA52791E14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2141485" y="966373"/>
            <a:ext cx="938649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D8CAC67C-E211-F596-ACFD-C48D604FB626}"/>
              </a:ext>
            </a:extLst>
          </p:cNvPr>
          <p:cNvCxnSpPr>
            <a:cxnSpLocks/>
          </p:cNvCxnSpPr>
          <p:nvPr/>
        </p:nvCxnSpPr>
        <p:spPr>
          <a:xfrm>
            <a:off x="7845372" y="980481"/>
            <a:ext cx="64432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73993357-9848-0BDF-A68D-4420E66CE448}"/>
              </a:ext>
            </a:extLst>
          </p:cNvPr>
          <p:cNvCxnSpPr>
            <a:cxnSpLocks/>
            <a:stCxn id="50" idx="2"/>
            <a:endCxn id="44" idx="0"/>
          </p:cNvCxnSpPr>
          <p:nvPr/>
        </p:nvCxnSpPr>
        <p:spPr>
          <a:xfrm flipH="1">
            <a:off x="5046691" y="2765794"/>
            <a:ext cx="1" cy="698415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997D8A96-BA5E-8F69-8D8C-62DDDC37D0F3}"/>
              </a:ext>
            </a:extLst>
          </p:cNvPr>
          <p:cNvCxnSpPr>
            <a:cxnSpLocks/>
            <a:stCxn id="44" idx="2"/>
            <a:endCxn id="48" idx="0"/>
          </p:cNvCxnSpPr>
          <p:nvPr/>
        </p:nvCxnSpPr>
        <p:spPr>
          <a:xfrm>
            <a:off x="5046691" y="4339657"/>
            <a:ext cx="0" cy="698415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776230F7-3345-EE2D-EDBC-F7F7EB5513AA}"/>
              </a:ext>
            </a:extLst>
          </p:cNvPr>
          <p:cNvCxnSpPr>
            <a:cxnSpLocks/>
          </p:cNvCxnSpPr>
          <p:nvPr/>
        </p:nvCxnSpPr>
        <p:spPr>
          <a:xfrm>
            <a:off x="5972924" y="5128260"/>
            <a:ext cx="1932602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AE4DF54C-B94D-A65A-EFC0-BF96B5E88C85}"/>
              </a:ext>
            </a:extLst>
          </p:cNvPr>
          <p:cNvCxnSpPr>
            <a:cxnSpLocks/>
          </p:cNvCxnSpPr>
          <p:nvPr/>
        </p:nvCxnSpPr>
        <p:spPr>
          <a:xfrm>
            <a:off x="6514796" y="3604260"/>
            <a:ext cx="1390730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6189B647-BA27-81A0-BF86-AEF6D724B633}"/>
              </a:ext>
            </a:extLst>
          </p:cNvPr>
          <p:cNvCxnSpPr>
            <a:cxnSpLocks/>
          </p:cNvCxnSpPr>
          <p:nvPr/>
        </p:nvCxnSpPr>
        <p:spPr>
          <a:xfrm>
            <a:off x="10214104" y="3604260"/>
            <a:ext cx="801841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Rectángulo 83">
            <a:extLst>
              <a:ext uri="{FF2B5EF4-FFF2-40B4-BE49-F238E27FC236}">
                <a16:creationId xmlns:a16="http://schemas.microsoft.com/office/drawing/2014/main" id="{21892F59-148A-6B9D-1AB5-148663A96643}"/>
              </a:ext>
            </a:extLst>
          </p:cNvPr>
          <p:cNvSpPr/>
          <p:nvPr/>
        </p:nvSpPr>
        <p:spPr>
          <a:xfrm>
            <a:off x="1501504" y="358140"/>
            <a:ext cx="419100" cy="274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100" b="1" dirty="0" err="1"/>
              <a:t>Foo</a:t>
            </a:r>
            <a:endParaRPr lang="es-ES" b="1" dirty="0"/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080A3AC2-3C0D-5DA7-1AED-DAFC375C7B8D}"/>
              </a:ext>
            </a:extLst>
          </p:cNvPr>
          <p:cNvSpPr txBox="1"/>
          <p:nvPr/>
        </p:nvSpPr>
        <p:spPr>
          <a:xfrm>
            <a:off x="2875061" y="829191"/>
            <a:ext cx="15027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dirty="0"/>
              <a:t>1</a:t>
            </a:r>
            <a:endParaRPr lang="es-ES" sz="800" dirty="0"/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C1C962AE-4B95-68E1-D815-84AFE0111696}"/>
              </a:ext>
            </a:extLst>
          </p:cNvPr>
          <p:cNvSpPr txBox="1"/>
          <p:nvPr/>
        </p:nvSpPr>
        <p:spPr>
          <a:xfrm>
            <a:off x="5015460" y="3256683"/>
            <a:ext cx="168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dirty="0"/>
              <a:t>1</a:t>
            </a:r>
            <a:endParaRPr lang="es-ES" sz="800" dirty="0"/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0D4105A3-8646-2CA6-3607-6A2453F8E26E}"/>
              </a:ext>
            </a:extLst>
          </p:cNvPr>
          <p:cNvSpPr txBox="1"/>
          <p:nvPr/>
        </p:nvSpPr>
        <p:spPr>
          <a:xfrm>
            <a:off x="4988709" y="4853406"/>
            <a:ext cx="2217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dirty="0"/>
              <a:t>*</a:t>
            </a:r>
            <a:endParaRPr lang="es-ES" sz="800" dirty="0"/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3A2EFE0E-5BB6-3B71-E7A6-7DDB4BE23B14}"/>
              </a:ext>
            </a:extLst>
          </p:cNvPr>
          <p:cNvSpPr txBox="1"/>
          <p:nvPr/>
        </p:nvSpPr>
        <p:spPr>
          <a:xfrm>
            <a:off x="7687333" y="4945739"/>
            <a:ext cx="168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dirty="0"/>
              <a:t>1</a:t>
            </a:r>
            <a:endParaRPr lang="es-ES" sz="800" dirty="0"/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673B818A-1E36-2F89-D5A2-22FC85FBEAC4}"/>
              </a:ext>
            </a:extLst>
          </p:cNvPr>
          <p:cNvSpPr txBox="1"/>
          <p:nvPr/>
        </p:nvSpPr>
        <p:spPr>
          <a:xfrm>
            <a:off x="7693965" y="3441349"/>
            <a:ext cx="168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dirty="0"/>
              <a:t>1</a:t>
            </a:r>
            <a:endParaRPr lang="es-ES" sz="800" dirty="0"/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5CB830C3-20BF-982C-DA83-291C024D3195}"/>
              </a:ext>
            </a:extLst>
          </p:cNvPr>
          <p:cNvSpPr txBox="1"/>
          <p:nvPr/>
        </p:nvSpPr>
        <p:spPr>
          <a:xfrm>
            <a:off x="7191434" y="845840"/>
            <a:ext cx="53590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dirty="0"/>
              <a:t>&lt;&lt;uses&gt;&gt;</a:t>
            </a:r>
            <a:endParaRPr lang="es-ES" sz="800" dirty="0"/>
          </a:p>
        </p:txBody>
      </p:sp>
      <p:cxnSp>
        <p:nvCxnSpPr>
          <p:cNvPr id="93" name="Conector recto de flecha 92">
            <a:extLst>
              <a:ext uri="{FF2B5EF4-FFF2-40B4-BE49-F238E27FC236}">
                <a16:creationId xmlns:a16="http://schemas.microsoft.com/office/drawing/2014/main" id="{244FA1F0-1EF4-AD6F-D5B0-D4C649E7FDA8}"/>
              </a:ext>
            </a:extLst>
          </p:cNvPr>
          <p:cNvCxnSpPr>
            <a:cxnSpLocks/>
          </p:cNvCxnSpPr>
          <p:nvPr/>
        </p:nvCxnSpPr>
        <p:spPr>
          <a:xfrm>
            <a:off x="7010461" y="980481"/>
            <a:ext cx="892276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341F36A0-71A3-DD78-540A-7B46E85499FD}"/>
              </a:ext>
            </a:extLst>
          </p:cNvPr>
          <p:cNvSpPr txBox="1"/>
          <p:nvPr/>
        </p:nvSpPr>
        <p:spPr>
          <a:xfrm>
            <a:off x="10808542" y="3448661"/>
            <a:ext cx="168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dirty="0"/>
              <a:t>1</a:t>
            </a:r>
            <a:endParaRPr lang="es-ES" sz="800" dirty="0"/>
          </a:p>
        </p:txBody>
      </p:sp>
      <p:pic>
        <p:nvPicPr>
          <p:cNvPr id="101" name="Imagen 100">
            <a:extLst>
              <a:ext uri="{FF2B5EF4-FFF2-40B4-BE49-F238E27FC236}">
                <a16:creationId xmlns:a16="http://schemas.microsoft.com/office/drawing/2014/main" id="{EE5D2F3E-4B84-B7E0-A822-26D74101FBE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161" t="7958" r="1"/>
          <a:stretch>
            <a:fillRect/>
          </a:stretch>
        </p:blipFill>
        <p:spPr>
          <a:xfrm>
            <a:off x="11015945" y="3464209"/>
            <a:ext cx="924656" cy="288641"/>
          </a:xfrm>
          <a:prstGeom prst="rect">
            <a:avLst/>
          </a:prstGeom>
        </p:spPr>
      </p:pic>
      <p:pic>
        <p:nvPicPr>
          <p:cNvPr id="103" name="Imagen 102">
            <a:extLst>
              <a:ext uri="{FF2B5EF4-FFF2-40B4-BE49-F238E27FC236}">
                <a16:creationId xmlns:a16="http://schemas.microsoft.com/office/drawing/2014/main" id="{D7B4838F-8F1E-494A-9069-78B7DCE2827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251399" y="1130300"/>
            <a:ext cx="944800" cy="322504"/>
          </a:xfrm>
          <a:prstGeom prst="rect">
            <a:avLst/>
          </a:prstGeom>
        </p:spPr>
      </p:pic>
      <p:cxnSp>
        <p:nvCxnSpPr>
          <p:cNvPr id="106" name="Conector recto de flecha 105">
            <a:extLst>
              <a:ext uri="{FF2B5EF4-FFF2-40B4-BE49-F238E27FC236}">
                <a16:creationId xmlns:a16="http://schemas.microsoft.com/office/drawing/2014/main" id="{08A48604-BD2E-BD28-AE75-F15880560A3C}"/>
              </a:ext>
            </a:extLst>
          </p:cNvPr>
          <p:cNvCxnSpPr>
            <a:cxnSpLocks/>
            <a:endCxn id="103" idx="3"/>
          </p:cNvCxnSpPr>
          <p:nvPr/>
        </p:nvCxnSpPr>
        <p:spPr>
          <a:xfrm flipH="1">
            <a:off x="1196199" y="1291552"/>
            <a:ext cx="1883935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0C0D8CD4-9A8D-961E-4E67-F48F04818B24}"/>
              </a:ext>
            </a:extLst>
          </p:cNvPr>
          <p:cNvSpPr txBox="1"/>
          <p:nvPr/>
        </p:nvSpPr>
        <p:spPr>
          <a:xfrm>
            <a:off x="1198575" y="1149350"/>
            <a:ext cx="15027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dirty="0"/>
              <a:t>*</a:t>
            </a:r>
            <a:endParaRPr lang="es-ES" sz="800" dirty="0"/>
          </a:p>
        </p:txBody>
      </p:sp>
    </p:spTree>
    <p:extLst>
      <p:ext uri="{BB962C8B-B14F-4D97-AF65-F5344CB8AC3E}">
        <p14:creationId xmlns:p14="http://schemas.microsoft.com/office/powerpoint/2010/main" val="1168218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2E2B041-AEA1-4120-69E1-F7B5A31D3421}"/>
              </a:ext>
            </a:extLst>
          </p:cNvPr>
          <p:cNvSpPr/>
          <p:nvPr/>
        </p:nvSpPr>
        <p:spPr>
          <a:xfrm>
            <a:off x="1819275" y="800100"/>
            <a:ext cx="2417013" cy="10883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Cliente Web</a:t>
            </a:r>
          </a:p>
          <a:p>
            <a:pPr algn="ctr"/>
            <a:r>
              <a:rPr lang="es-ES" dirty="0"/>
              <a:t>(HTML + JS + CSS)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9B61F8A-01F8-0BF1-B7C8-8658496F0F71}"/>
              </a:ext>
            </a:extLst>
          </p:cNvPr>
          <p:cNvSpPr/>
          <p:nvPr/>
        </p:nvSpPr>
        <p:spPr>
          <a:xfrm>
            <a:off x="5538699" y="800100"/>
            <a:ext cx="2417013" cy="10883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Servidor</a:t>
            </a:r>
          </a:p>
          <a:p>
            <a:pPr algn="ctr"/>
            <a:r>
              <a:rPr lang="es-ES" dirty="0"/>
              <a:t>(Node.js)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358B1D8-D0C2-63F2-4D32-C0679F978EFE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3027780" y="1888466"/>
            <a:ext cx="2" cy="28454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D6A208C-5ED2-F5A8-C108-E314943A90C4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747205" y="1888466"/>
            <a:ext cx="1" cy="28454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D89D405-3D64-C0FE-684E-28D9BA91F7BE}"/>
              </a:ext>
            </a:extLst>
          </p:cNvPr>
          <p:cNvCxnSpPr>
            <a:cxnSpLocks/>
          </p:cNvCxnSpPr>
          <p:nvPr/>
        </p:nvCxnSpPr>
        <p:spPr>
          <a:xfrm>
            <a:off x="3027781" y="2524125"/>
            <a:ext cx="371942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33394CDB-1B18-CC62-B60F-EEAE3B3AE290}"/>
              </a:ext>
            </a:extLst>
          </p:cNvPr>
          <p:cNvCxnSpPr>
            <a:cxnSpLocks/>
          </p:cNvCxnSpPr>
          <p:nvPr/>
        </p:nvCxnSpPr>
        <p:spPr>
          <a:xfrm>
            <a:off x="3027781" y="3429000"/>
            <a:ext cx="371942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1134F9D7-706E-3293-C5AB-820B24232E6F}"/>
              </a:ext>
            </a:extLst>
          </p:cNvPr>
          <p:cNvCxnSpPr>
            <a:cxnSpLocks/>
          </p:cNvCxnSpPr>
          <p:nvPr/>
        </p:nvCxnSpPr>
        <p:spPr>
          <a:xfrm>
            <a:off x="3027781" y="4293260"/>
            <a:ext cx="371942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0EDA1CC-1631-13B0-6398-CCBE73A11CF7}"/>
              </a:ext>
            </a:extLst>
          </p:cNvPr>
          <p:cNvCxnSpPr>
            <a:cxnSpLocks/>
          </p:cNvCxnSpPr>
          <p:nvPr/>
        </p:nvCxnSpPr>
        <p:spPr>
          <a:xfrm>
            <a:off x="6581775" y="2524125"/>
            <a:ext cx="165429" cy="251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4A88A16F-840A-D6F4-2763-F6D4BC49F7FD}"/>
              </a:ext>
            </a:extLst>
          </p:cNvPr>
          <p:cNvCxnSpPr>
            <a:cxnSpLocks/>
          </p:cNvCxnSpPr>
          <p:nvPr/>
        </p:nvCxnSpPr>
        <p:spPr>
          <a:xfrm>
            <a:off x="6581775" y="3426485"/>
            <a:ext cx="165429" cy="251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A8C57162-E719-D3F2-5748-4431EBF2B822}"/>
              </a:ext>
            </a:extLst>
          </p:cNvPr>
          <p:cNvCxnSpPr>
            <a:cxnSpLocks/>
          </p:cNvCxnSpPr>
          <p:nvPr/>
        </p:nvCxnSpPr>
        <p:spPr>
          <a:xfrm flipH="1">
            <a:off x="3027780" y="4293260"/>
            <a:ext cx="1524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29389CF-DA46-B781-43B8-6E45DF8F6925}"/>
              </a:ext>
            </a:extLst>
          </p:cNvPr>
          <p:cNvSpPr txBox="1"/>
          <p:nvPr/>
        </p:nvSpPr>
        <p:spPr>
          <a:xfrm>
            <a:off x="4024115" y="2262515"/>
            <a:ext cx="17267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WebSocket (puerto 3000)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A6C55E9-4F3D-CA37-8870-34B32D1128E4}"/>
              </a:ext>
            </a:extLst>
          </p:cNvPr>
          <p:cNvSpPr txBox="1"/>
          <p:nvPr/>
        </p:nvSpPr>
        <p:spPr>
          <a:xfrm>
            <a:off x="3709126" y="3159784"/>
            <a:ext cx="23567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{"</a:t>
            </a:r>
            <a:r>
              <a:rPr lang="es-ES" sz="1100" dirty="0" err="1"/>
              <a:t>action</a:t>
            </a:r>
            <a:r>
              <a:rPr lang="es-ES" sz="1100" dirty="0"/>
              <a:t>":"subscribe", "</a:t>
            </a:r>
            <a:r>
              <a:rPr lang="es-ES" sz="1100" dirty="0" err="1"/>
              <a:t>stateName</a:t>
            </a:r>
            <a:r>
              <a:rPr lang="es-ES" sz="1100" dirty="0"/>
              <a:t>"}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AC78674-8F7F-5135-9C2B-8AA54B7E32D7}"/>
              </a:ext>
            </a:extLst>
          </p:cNvPr>
          <p:cNvSpPr txBox="1"/>
          <p:nvPr/>
        </p:nvSpPr>
        <p:spPr>
          <a:xfrm>
            <a:off x="3785268" y="4031650"/>
            <a:ext cx="22044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{"</a:t>
            </a:r>
            <a:r>
              <a:rPr lang="es-ES" sz="1100" dirty="0" err="1"/>
              <a:t>stateName</a:t>
            </a:r>
            <a:r>
              <a:rPr lang="es-ES" sz="1100" dirty="0"/>
              <a:t>": "...", </a:t>
            </a:r>
            <a:r>
              <a:rPr lang="es-ES" sz="1100" dirty="0" err="1"/>
              <a:t>newValue</a:t>
            </a:r>
            <a:r>
              <a:rPr lang="es-ES" sz="1100" dirty="0"/>
              <a:t>: ...}</a:t>
            </a:r>
          </a:p>
        </p:txBody>
      </p:sp>
    </p:spTree>
    <p:extLst>
      <p:ext uri="{BB962C8B-B14F-4D97-AF65-F5344CB8AC3E}">
        <p14:creationId xmlns:p14="http://schemas.microsoft.com/office/powerpoint/2010/main" val="1788986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401531C-5EE0-5A99-D73A-175117A691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7" t="1389" r="709" b="260"/>
          <a:stretch>
            <a:fillRect/>
          </a:stretch>
        </p:blipFill>
        <p:spPr>
          <a:xfrm>
            <a:off x="3359405" y="1803110"/>
            <a:ext cx="4887938" cy="194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15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C07BCC8-D154-1BBF-339E-944DB79F91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3" t="1503" r="811"/>
          <a:stretch>
            <a:fillRect/>
          </a:stretch>
        </p:blipFill>
        <p:spPr>
          <a:xfrm>
            <a:off x="4917560" y="2148165"/>
            <a:ext cx="5065485" cy="252860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1DAB489-51C7-D3BA-F27A-A6C02B3739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88825" y="2148165"/>
            <a:ext cx="1216814" cy="415355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4AC0E7E5-17D6-B03A-ADA1-2B7233BEC451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3305639" y="2355843"/>
            <a:ext cx="1611921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ABB22083-928C-559B-6D60-7837E287C2C4}"/>
              </a:ext>
            </a:extLst>
          </p:cNvPr>
          <p:cNvSpPr txBox="1"/>
          <p:nvPr/>
        </p:nvSpPr>
        <p:spPr>
          <a:xfrm>
            <a:off x="3305639" y="2148165"/>
            <a:ext cx="1844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*</a:t>
            </a:r>
            <a:endParaRPr lang="es-ES" sz="800" dirty="0"/>
          </a:p>
        </p:txBody>
      </p:sp>
    </p:spTree>
    <p:extLst>
      <p:ext uri="{BB962C8B-B14F-4D97-AF65-F5344CB8AC3E}">
        <p14:creationId xmlns:p14="http://schemas.microsoft.com/office/powerpoint/2010/main" val="4213229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E905F45-EE65-C3CF-C1B6-D6EE9AB867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44" r="823" b="1497"/>
          <a:stretch>
            <a:fillRect/>
          </a:stretch>
        </p:blipFill>
        <p:spPr>
          <a:xfrm>
            <a:off x="1244366" y="1932317"/>
            <a:ext cx="4851634" cy="1145136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2DF0BE3-9D15-B88A-2332-853DDC135425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6096000" y="2250601"/>
            <a:ext cx="1966408" cy="18834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48258BE3-721A-4517-7FC6-5F98E3BFB2F7}"/>
              </a:ext>
            </a:extLst>
          </p:cNvPr>
          <p:cNvSpPr txBox="1"/>
          <p:nvPr/>
        </p:nvSpPr>
        <p:spPr>
          <a:xfrm>
            <a:off x="7814819" y="2046617"/>
            <a:ext cx="1682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1</a:t>
            </a:r>
            <a:endParaRPr lang="es-ES" sz="8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38916A1-2643-9396-9319-ADDCBA5E10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1" t="7958" r="1"/>
          <a:stretch>
            <a:fillRect/>
          </a:stretch>
        </p:blipFill>
        <p:spPr>
          <a:xfrm>
            <a:off x="8062408" y="1932318"/>
            <a:ext cx="2159894" cy="67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217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5E334FD-4960-AD13-0823-364FF000F0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" t="1748" r="943" b="1748"/>
          <a:stretch>
            <a:fillRect/>
          </a:stretch>
        </p:blipFill>
        <p:spPr>
          <a:xfrm>
            <a:off x="1967058" y="1848460"/>
            <a:ext cx="4875243" cy="145358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63C6F60-32C6-8F9B-8038-410EE3D59B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5" t="1620" r="1233" b="2157"/>
          <a:stretch>
            <a:fillRect/>
          </a:stretch>
        </p:blipFill>
        <p:spPr>
          <a:xfrm>
            <a:off x="8097800" y="1848460"/>
            <a:ext cx="3075811" cy="1624102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C851D329-A7E0-A7AF-D76C-4E2C1C48FD49}"/>
              </a:ext>
            </a:extLst>
          </p:cNvPr>
          <p:cNvCxnSpPr>
            <a:cxnSpLocks/>
          </p:cNvCxnSpPr>
          <p:nvPr/>
        </p:nvCxnSpPr>
        <p:spPr>
          <a:xfrm>
            <a:off x="6842301" y="2057400"/>
            <a:ext cx="1255499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A9280FFB-1E9A-9AE1-1922-65BC430C26F6}"/>
              </a:ext>
            </a:extLst>
          </p:cNvPr>
          <p:cNvSpPr txBox="1"/>
          <p:nvPr/>
        </p:nvSpPr>
        <p:spPr>
          <a:xfrm>
            <a:off x="7834745" y="1848460"/>
            <a:ext cx="2979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/>
              <a:t>*</a:t>
            </a:r>
            <a:endParaRPr lang="es-ES" sz="800" dirty="0"/>
          </a:p>
        </p:txBody>
      </p:sp>
    </p:spTree>
    <p:extLst>
      <p:ext uri="{BB962C8B-B14F-4D97-AF65-F5344CB8AC3E}">
        <p14:creationId xmlns:p14="http://schemas.microsoft.com/office/powerpoint/2010/main" val="34530185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1000</TotalTime>
  <Words>103</Words>
  <Application>Microsoft Office PowerPoint</Application>
  <PresentationFormat>Panorámica</PresentationFormat>
  <Paragraphs>48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Miguel Gómez Del Cueto</dc:creator>
  <cp:lastModifiedBy>Luis Miguel Gómez Del Cueto</cp:lastModifiedBy>
  <cp:revision>1</cp:revision>
  <dcterms:created xsi:type="dcterms:W3CDTF">2025-05-28T15:57:14Z</dcterms:created>
  <dcterms:modified xsi:type="dcterms:W3CDTF">2025-07-02T18:02:23Z</dcterms:modified>
</cp:coreProperties>
</file>